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2147310247" r:id="rId5"/>
    <p:sldId id="214731024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59" d="100"/>
          <a:sy n="59" d="100"/>
        </p:scale>
        <p:origin x="94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361AAB-54E0-4CE3-BDAF-3CA2ADCE29C0}" type="datetimeFigureOut">
              <a:rPr lang="en-IN" smtClean="0"/>
              <a:t>10-05-2025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F4BB9B-189E-4623-AC3F-FD7310FF36EB}" type="slidenum">
              <a:rPr lang="en-IN" smtClean="0"/>
              <a:t>‹#›</a:t>
            </a:fld>
            <a:endParaRPr lang="en-IN"/>
          </a:p>
        </p:txBody>
      </p:sp>
    </p:spTree>
    <p:extLst>
      <p:ext uri="{BB962C8B-B14F-4D97-AF65-F5344CB8AC3E}">
        <p14:creationId xmlns:p14="http://schemas.microsoft.com/office/powerpoint/2010/main" val="2898438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Slide">
    <p:spTree>
      <p:nvGrpSpPr>
        <p:cNvPr id="1" name=""/>
        <p:cNvGrpSpPr/>
        <p:nvPr/>
      </p:nvGrpSpPr>
      <p:grpSpPr>
        <a:xfrm>
          <a:off x="0" y="0"/>
          <a:ext cx="0" cy="0"/>
          <a:chOff x="0" y="0"/>
          <a:chExt cx="0" cy="0"/>
        </a:xfrm>
      </p:grpSpPr>
      <p:pic>
        <p:nvPicPr>
          <p:cNvPr id="7" name="Picture 2" descr="C:\Users\Admin\Desktop\Trinamix\images\shutterstock_758828467-[Converted].pn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1" y="0"/>
            <a:ext cx="2414954" cy="6858000"/>
          </a:xfrm>
          <a:prstGeom prst="rect">
            <a:avLst/>
          </a:prstGeom>
          <a:solidFill>
            <a:schemeClr val="accent1"/>
          </a:solidFill>
          <a:ln>
            <a:solidFill>
              <a:schemeClr val="accent1"/>
            </a:solidFill>
          </a:ln>
        </p:spPr>
      </p:pic>
      <p:pic>
        <p:nvPicPr>
          <p:cNvPr id="11" name="Picture 10"/>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12" name="Content Placeholder 2"/>
          <p:cNvSpPr>
            <a:spLocks noGrp="1"/>
          </p:cNvSpPr>
          <p:nvPr>
            <p:ph sz="half" idx="1" hasCustomPrompt="1"/>
          </p:nvPr>
        </p:nvSpPr>
        <p:spPr>
          <a:xfrm>
            <a:off x="1970309" y="1253330"/>
            <a:ext cx="9861637" cy="5365183"/>
          </a:xfrm>
        </p:spPr>
        <p:txBody>
          <a:bodyPr lIns="91440"/>
          <a:lstStyle>
            <a:lvl1pPr marL="274320" indent="-548640" defTabSz="1828800">
              <a:lnSpc>
                <a:spcPct val="130000"/>
              </a:lnSpc>
              <a:buSzPct val="80000"/>
              <a:buFontTx/>
              <a:buBlip>
                <a:blip r:embed="rId4"/>
              </a:buBlip>
              <a:defRPr>
                <a:solidFill>
                  <a:schemeClr val="tx1">
                    <a:lumMod val="75000"/>
                    <a:lumOff val="25000"/>
                  </a:schemeClr>
                </a:solidFill>
                <a:latin typeface="+mn-lt"/>
                <a:cs typeface="Arial" pitchFamily="34" charset="0"/>
              </a:defRPr>
            </a:lvl1pPr>
            <a:lvl2pPr marL="685800" indent="-228600">
              <a:buFontTx/>
              <a:buBlip>
                <a:blip r:embed="rId4"/>
              </a:buBlip>
              <a:defRPr/>
            </a:lvl2pPr>
            <a:lvl3pPr marL="1143000" indent="-228600">
              <a:buFontTx/>
              <a:buBlip>
                <a:blip r:embed="rId4"/>
              </a:buBlip>
              <a:defRPr/>
            </a:lvl3pPr>
            <a:lvl4pPr marL="1600200" indent="-228600">
              <a:buFontTx/>
              <a:buBlip>
                <a:blip r:embed="rId4"/>
              </a:buBlip>
              <a:defRPr/>
            </a:lvl4pPr>
            <a:lvl5pPr marL="2057400" indent="-228600">
              <a:buFontTx/>
              <a:buBlip>
                <a:blip r:embed="rId4"/>
              </a:buBlip>
              <a:defRPr/>
            </a:lvl5pPr>
          </a:lstStyle>
          <a:p>
            <a:pPr lvl="0"/>
            <a:r>
              <a:rPr lang="en-US"/>
              <a:t>Agenda 1</a:t>
            </a:r>
          </a:p>
          <a:p>
            <a:pPr lvl="0"/>
            <a:r>
              <a:rPr lang="en-US"/>
              <a:t>Agenda 2</a:t>
            </a:r>
          </a:p>
          <a:p>
            <a:pPr lvl="0"/>
            <a:r>
              <a:rPr lang="en-US"/>
              <a:t>Agenda 3</a:t>
            </a:r>
          </a:p>
        </p:txBody>
      </p:sp>
      <p:sp>
        <p:nvSpPr>
          <p:cNvPr id="3" name="Title 2"/>
          <p:cNvSpPr>
            <a:spLocks noGrp="1"/>
          </p:cNvSpPr>
          <p:nvPr>
            <p:ph type="title"/>
          </p:nvPr>
        </p:nvSpPr>
        <p:spPr>
          <a:xfrm>
            <a:off x="2496312" y="146304"/>
            <a:ext cx="7908925" cy="969264"/>
          </a:xfrm>
        </p:spPr>
        <p:txBody>
          <a:bodyPr>
            <a:normAutofit/>
          </a:bodyPr>
          <a:lstStyle>
            <a:lvl1pPr>
              <a:defRPr sz="3200" b="1">
                <a:latin typeface="+mn-lt"/>
              </a:defRPr>
            </a:lvl1pPr>
          </a:lstStyle>
          <a:p>
            <a:r>
              <a:rPr lang="en-US"/>
              <a:t>Click to edit Master title style</a:t>
            </a:r>
          </a:p>
        </p:txBody>
      </p:sp>
    </p:spTree>
    <p:extLst>
      <p:ext uri="{BB962C8B-B14F-4D97-AF65-F5344CB8AC3E}">
        <p14:creationId xmlns:p14="http://schemas.microsoft.com/office/powerpoint/2010/main" val="3618933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rtition Slide">
    <p:spTree>
      <p:nvGrpSpPr>
        <p:cNvPr id="1" name=""/>
        <p:cNvGrpSpPr/>
        <p:nvPr/>
      </p:nvGrpSpPr>
      <p:grpSpPr>
        <a:xfrm>
          <a:off x="0" y="0"/>
          <a:ext cx="0" cy="0"/>
          <a:chOff x="0" y="0"/>
          <a:chExt cx="0" cy="0"/>
        </a:xfrm>
      </p:grpSpPr>
      <p:sp>
        <p:nvSpPr>
          <p:cNvPr id="2" name="Rectangle 1"/>
          <p:cNvSpPr/>
          <p:nvPr userDrawn="1"/>
        </p:nvSpPr>
        <p:spPr>
          <a:xfrm>
            <a:off x="6819900" y="0"/>
            <a:ext cx="53721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Isosceles Triangle 6"/>
          <p:cNvSpPr/>
          <p:nvPr userDrawn="1"/>
        </p:nvSpPr>
        <p:spPr>
          <a:xfrm rot="5400000">
            <a:off x="6388977" y="3215869"/>
            <a:ext cx="827281" cy="477779"/>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Isosceles Triangle 12"/>
          <p:cNvSpPr/>
          <p:nvPr userDrawn="1"/>
        </p:nvSpPr>
        <p:spPr>
          <a:xfrm rot="5400000">
            <a:off x="6541377" y="3342511"/>
            <a:ext cx="827281" cy="477779"/>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16" name="Picture Placeholder 15"/>
          <p:cNvSpPr>
            <a:spLocks noGrp="1"/>
          </p:cNvSpPr>
          <p:nvPr>
            <p:ph type="pic" sz="quarter" idx="10"/>
          </p:nvPr>
        </p:nvSpPr>
        <p:spPr>
          <a:xfrm>
            <a:off x="0" y="0"/>
            <a:ext cx="6819900" cy="6858000"/>
          </a:xfrm>
        </p:spPr>
        <p:txBody>
          <a:bodyPr/>
          <a:lstStyle/>
          <a:p>
            <a:endParaRPr lang="en-GB"/>
          </a:p>
        </p:txBody>
      </p:sp>
      <p:sp>
        <p:nvSpPr>
          <p:cNvPr id="20" name="Text Placeholder 19"/>
          <p:cNvSpPr>
            <a:spLocks noGrp="1"/>
          </p:cNvSpPr>
          <p:nvPr>
            <p:ph type="body" sz="quarter" idx="11" hasCustomPrompt="1"/>
          </p:nvPr>
        </p:nvSpPr>
        <p:spPr>
          <a:xfrm>
            <a:off x="7372350" y="2438400"/>
            <a:ext cx="4400550" cy="2400300"/>
          </a:xfrm>
        </p:spPr>
        <p:txBody>
          <a:bodyPr>
            <a:normAutofit/>
          </a:bodyPr>
          <a:lstStyle>
            <a:lvl1pPr marL="0" indent="0" algn="ctr">
              <a:buNone/>
              <a:defRPr sz="4400" b="1" baseline="0">
                <a:solidFill>
                  <a:schemeClr val="bg1"/>
                </a:solidFill>
              </a:defRPr>
            </a:lvl1pPr>
          </a:lstStyle>
          <a:p>
            <a:pPr lvl="0"/>
            <a:r>
              <a:rPr lang="en-US"/>
              <a:t>Click to Add Title</a:t>
            </a:r>
            <a:endParaRPr lang="en-GB"/>
          </a:p>
        </p:txBody>
      </p:sp>
      <p:pic>
        <p:nvPicPr>
          <p:cNvPr id="8" name="Picture 2" descr="C:\Users\Admin\Desktop\Trinamix\images\shutterstock_758828467-[Converted].png"/>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r="-2"/>
          <a:stretch/>
        </p:blipFill>
        <p:spPr bwMode="auto">
          <a:xfrm>
            <a:off x="10617218" y="4836276"/>
            <a:ext cx="1935982" cy="285205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Admin\Desktop\Trinamix\images\shutterstock_758828467-[Converted].png"/>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r="-2"/>
          <a:stretch/>
        </p:blipFill>
        <p:spPr bwMode="auto">
          <a:xfrm rot="15746683">
            <a:off x="6869478" y="4422322"/>
            <a:ext cx="1935982" cy="285205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dmin\Desktop\Trinamix\images\shutterstock_758828467-[Converted].png"/>
          <p:cNvPicPr>
            <a:picLocks noChangeAspect="1" noChangeArrowheads="1"/>
          </p:cNvPicPr>
          <p:nvPr userDrawn="1"/>
        </p:nvPicPr>
        <p:blipFill rotWithShape="1">
          <a:blip r:embed="rId3" cstate="email">
            <a:extLst>
              <a:ext uri="{28A0092B-C50C-407E-A947-70E740481C1C}">
                <a14:useLocalDpi xmlns:a14="http://schemas.microsoft.com/office/drawing/2010/main"/>
              </a:ext>
            </a:extLst>
          </a:blip>
          <a:srcRect r="-2"/>
          <a:stretch/>
        </p:blipFill>
        <p:spPr bwMode="auto">
          <a:xfrm>
            <a:off x="6802617" y="-297307"/>
            <a:ext cx="1935982" cy="285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677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lain">
    <p:spTree>
      <p:nvGrpSpPr>
        <p:cNvPr id="1" name=""/>
        <p:cNvGrpSpPr/>
        <p:nvPr/>
      </p:nvGrpSpPr>
      <p:grpSpPr>
        <a:xfrm>
          <a:off x="0" y="0"/>
          <a:ext cx="0" cy="0"/>
          <a:chOff x="0" y="0"/>
          <a:chExt cx="0" cy="0"/>
        </a:xfrm>
      </p:grpSpPr>
      <p:sp>
        <p:nvSpPr>
          <p:cNvPr id="14"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3" name="Title 2"/>
          <p:cNvSpPr>
            <a:spLocks noGrp="1"/>
          </p:cNvSpPr>
          <p:nvPr>
            <p:ph type="title" hasCustomPrompt="1"/>
          </p:nvPr>
        </p:nvSpPr>
        <p:spPr>
          <a:xfrm>
            <a:off x="969264" y="173736"/>
            <a:ext cx="10232136" cy="841248"/>
          </a:xfrm>
        </p:spPr>
        <p:txBody>
          <a:bodyPr>
            <a:normAutofit/>
          </a:bodyPr>
          <a:lstStyle>
            <a:lvl1pPr>
              <a:defRPr sz="3200" b="1">
                <a:latin typeface="+mn-lt"/>
              </a:defRPr>
            </a:lvl1pPr>
          </a:lstStyle>
          <a:p>
            <a:r>
              <a:rPr lang="en-US"/>
              <a:t>Title Slide</a:t>
            </a:r>
          </a:p>
        </p:txBody>
      </p:sp>
      <p:sp>
        <p:nvSpPr>
          <p:cNvPr id="13" name="Slide Number Placeholder 12"/>
          <p:cNvSpPr>
            <a:spLocks noGrp="1"/>
          </p:cNvSpPr>
          <p:nvPr>
            <p:ph type="sldNum" sz="quarter" idx="12"/>
          </p:nvPr>
        </p:nvSpPr>
        <p:spPr>
          <a:xfrm>
            <a:off x="1" y="6492875"/>
            <a:ext cx="436098" cy="365125"/>
          </a:xfrm>
        </p:spPr>
        <p:txBody>
          <a:bodyPr/>
          <a:lstStyle>
            <a:lvl1pPr algn="ctr">
              <a:defRPr sz="1000">
                <a:solidFill>
                  <a:schemeClr val="tx1"/>
                </a:solidFill>
              </a:defRPr>
            </a:lvl1pPr>
          </a:lstStyle>
          <a:p>
            <a:fld id="{D98F0396-9C7D-468F-908F-2B2A0639C2C2}" type="slidenum">
              <a:rPr lang="en-GB" smtClean="0"/>
              <a:pPr/>
              <a:t>‹#›</a:t>
            </a:fld>
            <a:endParaRPr lang="en-GB"/>
          </a:p>
        </p:txBody>
      </p:sp>
    </p:spTree>
    <p:extLst>
      <p:ext uri="{BB962C8B-B14F-4D97-AF65-F5344CB8AC3E}">
        <p14:creationId xmlns:p14="http://schemas.microsoft.com/office/powerpoint/2010/main" val="23175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Text">
    <p:spTree>
      <p:nvGrpSpPr>
        <p:cNvPr id="1" name=""/>
        <p:cNvGrpSpPr/>
        <p:nvPr/>
      </p:nvGrpSpPr>
      <p:grpSpPr>
        <a:xfrm>
          <a:off x="0" y="0"/>
          <a:ext cx="0" cy="0"/>
          <a:chOff x="0" y="0"/>
          <a:chExt cx="0" cy="0"/>
        </a:xfrm>
      </p:grpSpPr>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3" name="Text Placeholder 2"/>
          <p:cNvSpPr>
            <a:spLocks noGrp="1"/>
          </p:cNvSpPr>
          <p:nvPr>
            <p:ph type="body" sz="quarter" idx="11"/>
          </p:nvPr>
        </p:nvSpPr>
        <p:spPr>
          <a:xfrm>
            <a:off x="990600" y="1333500"/>
            <a:ext cx="10287000" cy="5086350"/>
          </a:xfrm>
        </p:spPr>
        <p:txBody>
          <a:bodyPr/>
          <a:lstStyle>
            <a:lvl1pPr>
              <a:defRPr sz="2000"/>
            </a:lvl1pPr>
            <a:lvl2pPr>
              <a:defRPr sz="1800"/>
            </a:lvl2pPr>
            <a:lvl3pPr>
              <a:defRPr sz="16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a:xfrm>
            <a:off x="969264" y="173736"/>
            <a:ext cx="10232136" cy="841248"/>
          </a:xfrm>
        </p:spPr>
        <p:txBody>
          <a:bodyPr>
            <a:normAutofit/>
          </a:bodyPr>
          <a:lstStyle>
            <a:lvl1pPr>
              <a:defRPr sz="3200" b="1" baseline="0">
                <a:latin typeface="+mn-lt"/>
              </a:defRPr>
            </a:lvl1pPr>
          </a:lstStyle>
          <a:p>
            <a:r>
              <a:rPr lang="en-US"/>
              <a:t>Title Slide</a:t>
            </a:r>
          </a:p>
        </p:txBody>
      </p:sp>
      <p:sp>
        <p:nvSpPr>
          <p:cNvPr id="13" name="Slide Number Placeholder 12"/>
          <p:cNvSpPr>
            <a:spLocks noGrp="1"/>
          </p:cNvSpPr>
          <p:nvPr>
            <p:ph type="sldNum" sz="quarter" idx="12"/>
          </p:nvPr>
        </p:nvSpPr>
        <p:spPr>
          <a:xfrm>
            <a:off x="1" y="6492875"/>
            <a:ext cx="436098" cy="365125"/>
          </a:xfrm>
        </p:spPr>
        <p:txBody>
          <a:bodyPr/>
          <a:lstStyle>
            <a:lvl1pPr algn="ctr">
              <a:defRPr sz="1000">
                <a:solidFill>
                  <a:schemeClr val="tx1"/>
                </a:solidFill>
              </a:defRPr>
            </a:lvl1pPr>
          </a:lstStyle>
          <a:p>
            <a:fld id="{D98F0396-9C7D-468F-908F-2B2A0639C2C2}" type="slidenum">
              <a:rPr lang="en-GB" smtClean="0"/>
              <a:pPr/>
              <a:t>‹#›</a:t>
            </a:fld>
            <a:endParaRPr lang="en-GB"/>
          </a:p>
        </p:txBody>
      </p:sp>
    </p:spTree>
    <p:extLst>
      <p:ext uri="{BB962C8B-B14F-4D97-AF65-F5344CB8AC3E}">
        <p14:creationId xmlns:p14="http://schemas.microsoft.com/office/powerpoint/2010/main" val="882808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4"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5" name="Text Placeholder 4"/>
          <p:cNvSpPr>
            <a:spLocks noGrp="1"/>
          </p:cNvSpPr>
          <p:nvPr>
            <p:ph type="body" sz="quarter" idx="12"/>
          </p:nvPr>
        </p:nvSpPr>
        <p:spPr>
          <a:xfrm>
            <a:off x="971550" y="1532586"/>
            <a:ext cx="4772025" cy="4984123"/>
          </a:xfrm>
        </p:spPr>
        <p:txBody>
          <a:bodyPr/>
          <a:lstStyle>
            <a:lvl1pPr>
              <a:defRPr sz="2000"/>
            </a:lvl1pPr>
            <a:lvl2pPr>
              <a:defRPr sz="1800"/>
            </a:lvl2pPr>
            <a:lvl3pPr>
              <a:defRPr sz="1600"/>
            </a:lvl3pPr>
            <a:lvl4pPr>
              <a:defRPr sz="16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p:cNvSpPr>
            <a:spLocks noGrp="1"/>
          </p:cNvSpPr>
          <p:nvPr>
            <p:ph type="pic" sz="quarter" idx="13"/>
          </p:nvPr>
        </p:nvSpPr>
        <p:spPr>
          <a:xfrm>
            <a:off x="6426156" y="1532251"/>
            <a:ext cx="4997450" cy="4984520"/>
          </a:xfrm>
        </p:spPr>
        <p:txBody>
          <a:bodyPr/>
          <a:lstStyle/>
          <a:p>
            <a:endParaRPr lang="en-US"/>
          </a:p>
        </p:txBody>
      </p:sp>
      <p:sp>
        <p:nvSpPr>
          <p:cNvPr id="2" name="Title 1"/>
          <p:cNvSpPr>
            <a:spLocks noGrp="1"/>
          </p:cNvSpPr>
          <p:nvPr>
            <p:ph type="title" hasCustomPrompt="1"/>
          </p:nvPr>
        </p:nvSpPr>
        <p:spPr>
          <a:xfrm>
            <a:off x="969264" y="173736"/>
            <a:ext cx="10232136" cy="841248"/>
          </a:xfrm>
        </p:spPr>
        <p:txBody>
          <a:bodyPr>
            <a:normAutofit/>
          </a:bodyPr>
          <a:lstStyle>
            <a:lvl1pPr>
              <a:defRPr sz="3200" b="1">
                <a:latin typeface="+mn-lt"/>
              </a:defRPr>
            </a:lvl1pPr>
          </a:lstStyle>
          <a:p>
            <a:r>
              <a:rPr lang="en-US"/>
              <a:t>Title Slide</a:t>
            </a:r>
          </a:p>
        </p:txBody>
      </p:sp>
      <p:sp>
        <p:nvSpPr>
          <p:cNvPr id="13" name="Slide Number Placeholder 12"/>
          <p:cNvSpPr>
            <a:spLocks noGrp="1"/>
          </p:cNvSpPr>
          <p:nvPr>
            <p:ph type="sldNum" sz="quarter" idx="14"/>
          </p:nvPr>
        </p:nvSpPr>
        <p:spPr>
          <a:xfrm>
            <a:off x="1" y="6492875"/>
            <a:ext cx="436098" cy="365125"/>
          </a:xfrm>
        </p:spPr>
        <p:txBody>
          <a:bodyPr/>
          <a:lstStyle>
            <a:lvl1pPr algn="ctr">
              <a:defRPr sz="1000">
                <a:solidFill>
                  <a:schemeClr val="tx1"/>
                </a:solidFill>
              </a:defRPr>
            </a:lvl1pPr>
          </a:lstStyle>
          <a:p>
            <a:fld id="{D98F0396-9C7D-468F-908F-2B2A0639C2C2}" type="slidenum">
              <a:rPr lang="en-GB" smtClean="0"/>
              <a:pPr/>
              <a:t>‹#›</a:t>
            </a:fld>
            <a:endParaRPr lang="en-GB"/>
          </a:p>
        </p:txBody>
      </p:sp>
    </p:spTree>
    <p:extLst>
      <p:ext uri="{BB962C8B-B14F-4D97-AF65-F5344CB8AC3E}">
        <p14:creationId xmlns:p14="http://schemas.microsoft.com/office/powerpoint/2010/main" val="1019322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with 5 pictures">
    <p:spTree>
      <p:nvGrpSpPr>
        <p:cNvPr id="1" name=""/>
        <p:cNvGrpSpPr/>
        <p:nvPr/>
      </p:nvGrpSpPr>
      <p:grpSpPr>
        <a:xfrm>
          <a:off x="0" y="0"/>
          <a:ext cx="0" cy="0"/>
          <a:chOff x="0" y="0"/>
          <a:chExt cx="0" cy="0"/>
        </a:xfrm>
      </p:grpSpPr>
      <p:sp>
        <p:nvSpPr>
          <p:cNvPr id="14"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3" name="Picture Placeholder 2"/>
          <p:cNvSpPr>
            <a:spLocks noGrp="1"/>
          </p:cNvSpPr>
          <p:nvPr>
            <p:ph type="pic" sz="quarter" idx="11"/>
          </p:nvPr>
        </p:nvSpPr>
        <p:spPr>
          <a:xfrm>
            <a:off x="79554" y="1473010"/>
            <a:ext cx="2211678" cy="1892300"/>
          </a:xfrm>
        </p:spPr>
        <p:txBody>
          <a:bodyPr/>
          <a:lstStyle/>
          <a:p>
            <a:endParaRPr lang="en-US"/>
          </a:p>
        </p:txBody>
      </p:sp>
      <p:sp>
        <p:nvSpPr>
          <p:cNvPr id="5" name="Text Placeholder 4"/>
          <p:cNvSpPr>
            <a:spLocks noGrp="1"/>
          </p:cNvSpPr>
          <p:nvPr>
            <p:ph type="body" sz="quarter" idx="15"/>
          </p:nvPr>
        </p:nvSpPr>
        <p:spPr>
          <a:xfrm>
            <a:off x="79554" y="3522473"/>
            <a:ext cx="2211678" cy="3238666"/>
          </a:xfrm>
        </p:spPr>
        <p:txBody>
          <a:bodyPr/>
          <a:lstStyle>
            <a:lvl1pPr>
              <a:defRPr sz="1800"/>
            </a:lvl1pPr>
            <a:lvl2pPr>
              <a:defRPr sz="1600"/>
            </a:lvl2pPr>
            <a:lvl3pPr>
              <a:defRPr sz="16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Picture Placeholder 2"/>
          <p:cNvSpPr>
            <a:spLocks noGrp="1"/>
          </p:cNvSpPr>
          <p:nvPr>
            <p:ph type="pic" sz="quarter" idx="16"/>
          </p:nvPr>
        </p:nvSpPr>
        <p:spPr>
          <a:xfrm>
            <a:off x="2538882" y="1473010"/>
            <a:ext cx="2211678" cy="1892300"/>
          </a:xfrm>
        </p:spPr>
        <p:txBody>
          <a:bodyPr/>
          <a:lstStyle/>
          <a:p>
            <a:endParaRPr lang="en-US"/>
          </a:p>
        </p:txBody>
      </p:sp>
      <p:sp>
        <p:nvSpPr>
          <p:cNvPr id="21" name="Text Placeholder 4"/>
          <p:cNvSpPr>
            <a:spLocks noGrp="1"/>
          </p:cNvSpPr>
          <p:nvPr>
            <p:ph type="body" sz="quarter" idx="17"/>
          </p:nvPr>
        </p:nvSpPr>
        <p:spPr>
          <a:xfrm>
            <a:off x="2538882" y="3522473"/>
            <a:ext cx="2211678" cy="3238666"/>
          </a:xfrm>
        </p:spPr>
        <p:txBody>
          <a:bodyPr/>
          <a:lstStyle>
            <a:lvl1pPr>
              <a:defRPr sz="1800"/>
            </a:lvl1pPr>
            <a:lvl2pPr>
              <a:defRPr sz="1600"/>
            </a:lvl2pPr>
            <a:lvl3pPr>
              <a:defRPr sz="16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22" name="Picture Placeholder 2"/>
          <p:cNvSpPr>
            <a:spLocks noGrp="1"/>
          </p:cNvSpPr>
          <p:nvPr>
            <p:ph type="pic" sz="quarter" idx="18"/>
          </p:nvPr>
        </p:nvSpPr>
        <p:spPr>
          <a:xfrm>
            <a:off x="4998210" y="1473010"/>
            <a:ext cx="2211678" cy="1892300"/>
          </a:xfrm>
        </p:spPr>
        <p:txBody>
          <a:bodyPr/>
          <a:lstStyle/>
          <a:p>
            <a:endParaRPr lang="en-US"/>
          </a:p>
        </p:txBody>
      </p:sp>
      <p:sp>
        <p:nvSpPr>
          <p:cNvPr id="23" name="Text Placeholder 4"/>
          <p:cNvSpPr>
            <a:spLocks noGrp="1"/>
          </p:cNvSpPr>
          <p:nvPr>
            <p:ph type="body" sz="quarter" idx="19"/>
          </p:nvPr>
        </p:nvSpPr>
        <p:spPr>
          <a:xfrm>
            <a:off x="4998210" y="3522473"/>
            <a:ext cx="2211678" cy="3238666"/>
          </a:xfrm>
        </p:spPr>
        <p:txBody>
          <a:bodyPr/>
          <a:lstStyle>
            <a:lvl1pPr>
              <a:defRPr sz="1800"/>
            </a:lvl1pPr>
            <a:lvl2pPr>
              <a:defRPr sz="1600"/>
            </a:lvl2pPr>
            <a:lvl3pPr>
              <a:defRPr sz="16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24" name="Picture Placeholder 2"/>
          <p:cNvSpPr>
            <a:spLocks noGrp="1"/>
          </p:cNvSpPr>
          <p:nvPr>
            <p:ph type="pic" sz="quarter" idx="20"/>
          </p:nvPr>
        </p:nvSpPr>
        <p:spPr>
          <a:xfrm>
            <a:off x="7457538" y="1473010"/>
            <a:ext cx="2211678" cy="1892300"/>
          </a:xfrm>
        </p:spPr>
        <p:txBody>
          <a:bodyPr/>
          <a:lstStyle/>
          <a:p>
            <a:endParaRPr lang="en-US"/>
          </a:p>
        </p:txBody>
      </p:sp>
      <p:sp>
        <p:nvSpPr>
          <p:cNvPr id="25" name="Text Placeholder 4"/>
          <p:cNvSpPr>
            <a:spLocks noGrp="1"/>
          </p:cNvSpPr>
          <p:nvPr>
            <p:ph type="body" sz="quarter" idx="21"/>
          </p:nvPr>
        </p:nvSpPr>
        <p:spPr>
          <a:xfrm>
            <a:off x="7457538" y="3522473"/>
            <a:ext cx="2211678" cy="3238666"/>
          </a:xfrm>
        </p:spPr>
        <p:txBody>
          <a:bodyPr/>
          <a:lstStyle>
            <a:lvl1pPr>
              <a:defRPr sz="1800"/>
            </a:lvl1pPr>
            <a:lvl2pPr>
              <a:defRPr sz="1600"/>
            </a:lvl2pPr>
            <a:lvl3pPr>
              <a:defRPr sz="16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29" name="Picture Placeholder 2"/>
          <p:cNvSpPr>
            <a:spLocks noGrp="1"/>
          </p:cNvSpPr>
          <p:nvPr>
            <p:ph type="pic" sz="quarter" idx="22"/>
          </p:nvPr>
        </p:nvSpPr>
        <p:spPr>
          <a:xfrm>
            <a:off x="9850326" y="1473010"/>
            <a:ext cx="2211678" cy="1892300"/>
          </a:xfrm>
        </p:spPr>
        <p:txBody>
          <a:bodyPr/>
          <a:lstStyle/>
          <a:p>
            <a:endParaRPr lang="en-US"/>
          </a:p>
        </p:txBody>
      </p:sp>
      <p:sp>
        <p:nvSpPr>
          <p:cNvPr id="30" name="Text Placeholder 4"/>
          <p:cNvSpPr>
            <a:spLocks noGrp="1"/>
          </p:cNvSpPr>
          <p:nvPr>
            <p:ph type="body" sz="quarter" idx="23"/>
          </p:nvPr>
        </p:nvSpPr>
        <p:spPr>
          <a:xfrm>
            <a:off x="9850326" y="3522473"/>
            <a:ext cx="2211678" cy="3238666"/>
          </a:xfrm>
        </p:spPr>
        <p:txBody>
          <a:bodyPr/>
          <a:lstStyle>
            <a:lvl1pPr>
              <a:defRPr sz="1800"/>
            </a:lvl1pPr>
            <a:lvl2pPr>
              <a:defRPr sz="1600"/>
            </a:lvl2pPr>
            <a:lvl3pPr>
              <a:defRPr sz="1600"/>
            </a:lvl3pPr>
            <a:lvl4pPr>
              <a:defRPr sz="1600"/>
            </a:lvl4pPr>
          </a:lstStyle>
          <a:p>
            <a:pPr lvl="0"/>
            <a:r>
              <a:rPr lang="en-US"/>
              <a:t>Edit Master text styles</a:t>
            </a:r>
          </a:p>
          <a:p>
            <a:pPr lvl="1"/>
            <a:r>
              <a:rPr lang="en-US"/>
              <a:t>Second level</a:t>
            </a:r>
          </a:p>
          <a:p>
            <a:pPr lvl="2"/>
            <a:r>
              <a:rPr lang="en-US"/>
              <a:t>Third level</a:t>
            </a:r>
          </a:p>
          <a:p>
            <a:pPr lvl="3"/>
            <a:r>
              <a:rPr lang="en-US"/>
              <a:t>Fourth level</a:t>
            </a:r>
          </a:p>
        </p:txBody>
      </p:sp>
      <p:sp>
        <p:nvSpPr>
          <p:cNvPr id="2" name="Title 1"/>
          <p:cNvSpPr>
            <a:spLocks noGrp="1"/>
          </p:cNvSpPr>
          <p:nvPr>
            <p:ph type="title" hasCustomPrompt="1"/>
          </p:nvPr>
        </p:nvSpPr>
        <p:spPr>
          <a:xfrm>
            <a:off x="969264" y="173736"/>
            <a:ext cx="10232136" cy="841248"/>
          </a:xfrm>
        </p:spPr>
        <p:txBody>
          <a:bodyPr>
            <a:normAutofit/>
          </a:bodyPr>
          <a:lstStyle>
            <a:lvl1pPr>
              <a:defRPr sz="3200" b="1" baseline="0">
                <a:latin typeface="+mn-lt"/>
              </a:defRPr>
            </a:lvl1pPr>
          </a:lstStyle>
          <a:p>
            <a:r>
              <a:rPr lang="en-US"/>
              <a:t>Title Slide</a:t>
            </a:r>
          </a:p>
        </p:txBody>
      </p:sp>
      <p:sp>
        <p:nvSpPr>
          <p:cNvPr id="27" name="Slide Number Placeholder 12"/>
          <p:cNvSpPr>
            <a:spLocks noGrp="1"/>
          </p:cNvSpPr>
          <p:nvPr>
            <p:ph type="sldNum" sz="quarter" idx="12"/>
          </p:nvPr>
        </p:nvSpPr>
        <p:spPr>
          <a:xfrm>
            <a:off x="1" y="6492875"/>
            <a:ext cx="436098" cy="365125"/>
          </a:xfrm>
        </p:spPr>
        <p:txBody>
          <a:bodyPr/>
          <a:lstStyle>
            <a:lvl1pPr algn="ctr">
              <a:defRPr sz="1000">
                <a:solidFill>
                  <a:schemeClr val="tx1"/>
                </a:solidFill>
              </a:defRPr>
            </a:lvl1pPr>
          </a:lstStyle>
          <a:p>
            <a:fld id="{D98F0396-9C7D-468F-908F-2B2A0639C2C2}" type="slidenum">
              <a:rPr lang="en-GB" smtClean="0"/>
              <a:pPr/>
              <a:t>‹#›</a:t>
            </a:fld>
            <a:endParaRPr lang="en-GB"/>
          </a:p>
        </p:txBody>
      </p:sp>
    </p:spTree>
    <p:extLst>
      <p:ext uri="{BB962C8B-B14F-4D97-AF65-F5344CB8AC3E}">
        <p14:creationId xmlns:p14="http://schemas.microsoft.com/office/powerpoint/2010/main" val="2862728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se Study Slide">
    <p:spTree>
      <p:nvGrpSpPr>
        <p:cNvPr id="1" name=""/>
        <p:cNvGrpSpPr/>
        <p:nvPr/>
      </p:nvGrpSpPr>
      <p:grpSpPr>
        <a:xfrm>
          <a:off x="0" y="0"/>
          <a:ext cx="0" cy="0"/>
          <a:chOff x="0" y="0"/>
          <a:chExt cx="0" cy="0"/>
        </a:xfrm>
      </p:grpSpPr>
      <p:sp>
        <p:nvSpPr>
          <p:cNvPr id="5" name="Rectangle 4"/>
          <p:cNvSpPr/>
          <p:nvPr userDrawn="1"/>
        </p:nvSpPr>
        <p:spPr>
          <a:xfrm>
            <a:off x="0" y="-128789"/>
            <a:ext cx="2807594" cy="7005838"/>
          </a:xfrm>
          <a:prstGeom prst="rect">
            <a:avLst/>
          </a:prstGeom>
          <a:solidFill>
            <a:schemeClr val="bg2"/>
          </a:solidFill>
          <a:ln>
            <a:solidFill>
              <a:srgbClr val="E4E4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8" name="Picture Placeholder 7"/>
          <p:cNvSpPr>
            <a:spLocks noGrp="1"/>
          </p:cNvSpPr>
          <p:nvPr>
            <p:ph type="pic" sz="quarter" idx="10" hasCustomPrompt="1"/>
          </p:nvPr>
        </p:nvSpPr>
        <p:spPr>
          <a:xfrm>
            <a:off x="179788" y="503147"/>
            <a:ext cx="2446986" cy="1798041"/>
          </a:xfrm>
        </p:spPr>
        <p:txBody>
          <a:bodyPr/>
          <a:lstStyle>
            <a:lvl1pPr marL="0" indent="0">
              <a:buNone/>
              <a:defRPr/>
            </a:lvl1pPr>
          </a:lstStyle>
          <a:p>
            <a:r>
              <a:rPr lang="en-US"/>
              <a:t>Customer Logo</a:t>
            </a:r>
          </a:p>
        </p:txBody>
      </p:sp>
      <p:sp>
        <p:nvSpPr>
          <p:cNvPr id="13" name="Rectangle 12"/>
          <p:cNvSpPr/>
          <p:nvPr userDrawn="1"/>
        </p:nvSpPr>
        <p:spPr>
          <a:xfrm>
            <a:off x="109464" y="193846"/>
            <a:ext cx="2588665" cy="390042"/>
          </a:xfrm>
          <a:prstGeom prst="rect">
            <a:avLst/>
          </a:prstGeom>
          <a:noFill/>
          <a:ln w="19050" cap="flat" cmpd="sng" algn="ctr">
            <a:noFill/>
            <a:prstDash val="solid"/>
            <a:miter lim="800000"/>
          </a:ln>
          <a:effectLst/>
        </p:spPr>
        <p:txBody>
          <a:bodyPr rot="0" spcFirstLastPara="0" vertOverflow="overflow" horzOverflow="overflow" vert="horz" wrap="square" lIns="0" tIns="0" rIns="91416" bIns="45708" numCol="1" spcCol="0" rtlCol="0" fromWordArt="0" anchor="t" anchorCtr="0" forceAA="0" compatLnSpc="1">
            <a:prstTxWarp prst="textNoShape">
              <a:avLst/>
            </a:prstTxWarp>
            <a:noAutofit/>
          </a:bodyPr>
          <a:lstStyle/>
          <a:p>
            <a:pPr marL="0" marR="0" lvl="0" indent="0" algn="ctr" defTabSz="914126" eaLnBrk="1" fontAlgn="auto" latinLnBrk="0" hangingPunct="1">
              <a:lnSpc>
                <a:spcPct val="90000"/>
              </a:lnSpc>
              <a:spcBef>
                <a:spcPts val="0"/>
              </a:spcBef>
              <a:spcAft>
                <a:spcPts val="0"/>
              </a:spcAft>
              <a:buClrTx/>
              <a:buSzTx/>
              <a:buFontTx/>
              <a:buNone/>
              <a:tabLst/>
              <a:defRPr/>
            </a:pPr>
            <a:r>
              <a:rPr kumimoji="0" lang="en-US" sz="1600" b="1" i="0" u="none" strike="noStrike" kern="0" cap="none" spc="0" normalizeH="0" baseline="0" noProof="0">
                <a:ln>
                  <a:noFill/>
                </a:ln>
                <a:solidFill>
                  <a:srgbClr val="141919"/>
                </a:solidFill>
                <a:effectLst/>
                <a:uLnTx/>
                <a:uFillTx/>
                <a:latin typeface="+mn-lt"/>
                <a:ea typeface="+mn-ea"/>
                <a:cs typeface="+mn-cs"/>
              </a:rPr>
              <a:t>* CUSTOMER USE CASE *</a:t>
            </a:r>
          </a:p>
        </p:txBody>
      </p:sp>
      <p:cxnSp>
        <p:nvCxnSpPr>
          <p:cNvPr id="10" name="Straight Connector 9"/>
          <p:cNvCxnSpPr/>
          <p:nvPr userDrawn="1"/>
        </p:nvCxnSpPr>
        <p:spPr>
          <a:xfrm flipH="1">
            <a:off x="9369213" y="1506858"/>
            <a:ext cx="12879" cy="4314421"/>
          </a:xfrm>
          <a:prstGeom prst="line">
            <a:avLst/>
          </a:prstGeom>
        </p:spPr>
        <p:style>
          <a:lnRef idx="1">
            <a:schemeClr val="accent1"/>
          </a:lnRef>
          <a:fillRef idx="0">
            <a:schemeClr val="accent1"/>
          </a:fillRef>
          <a:effectRef idx="0">
            <a:schemeClr val="accent1"/>
          </a:effectRef>
          <a:fontRef idx="minor">
            <a:schemeClr val="tx1"/>
          </a:fontRef>
        </p:style>
      </p:cxnSp>
      <p:sp>
        <p:nvSpPr>
          <p:cNvPr id="20" name="Text Placeholder 19"/>
          <p:cNvSpPr>
            <a:spLocks noGrp="1"/>
          </p:cNvSpPr>
          <p:nvPr>
            <p:ph type="body" sz="quarter" idx="11"/>
          </p:nvPr>
        </p:nvSpPr>
        <p:spPr>
          <a:xfrm>
            <a:off x="179788" y="2473325"/>
            <a:ext cx="2446986" cy="4403725"/>
          </a:xfrm>
        </p:spPr>
        <p:txBody>
          <a:bodyPr/>
          <a:lstStyle>
            <a:lvl1pPr marL="0" indent="0">
              <a:buNone/>
              <a:defRPr baseline="0"/>
            </a:lvl1pPr>
          </a:lstStyle>
          <a:p>
            <a:pPr lvl="0"/>
            <a:endParaRPr lang="en-US"/>
          </a:p>
        </p:txBody>
      </p:sp>
      <p:sp>
        <p:nvSpPr>
          <p:cNvPr id="22" name="Text Placeholder 21"/>
          <p:cNvSpPr>
            <a:spLocks noGrp="1"/>
          </p:cNvSpPr>
          <p:nvPr>
            <p:ph type="body" sz="quarter" idx="12"/>
          </p:nvPr>
        </p:nvSpPr>
        <p:spPr>
          <a:xfrm>
            <a:off x="3013075" y="503238"/>
            <a:ext cx="6259513" cy="6232525"/>
          </a:xfrm>
        </p:spPr>
        <p:txBody>
          <a:bodyPr>
            <a:normAutofit/>
          </a:bodyPr>
          <a:lstStyle>
            <a:lvl1pPr>
              <a:defRPr sz="1800"/>
            </a:lvl1pPr>
          </a:lstStyle>
          <a:p>
            <a:pPr lvl="0"/>
            <a:r>
              <a:rPr lang="en-US"/>
              <a:t>Edit Master text style</a:t>
            </a:r>
          </a:p>
        </p:txBody>
      </p:sp>
      <p:sp>
        <p:nvSpPr>
          <p:cNvPr id="24" name="Text Placeholder 23"/>
          <p:cNvSpPr>
            <a:spLocks noGrp="1"/>
          </p:cNvSpPr>
          <p:nvPr>
            <p:ph type="body" sz="quarter" idx="13"/>
          </p:nvPr>
        </p:nvSpPr>
        <p:spPr>
          <a:xfrm>
            <a:off x="9478069" y="790856"/>
            <a:ext cx="2430462" cy="1222622"/>
          </a:xfrm>
        </p:spPr>
        <p:txBody>
          <a:bodyPr>
            <a:normAutofit/>
          </a:bodyPr>
          <a:lstStyle>
            <a:lvl1pPr marL="0" indent="0">
              <a:buNone/>
              <a:defRPr sz="1600"/>
            </a:lvl1pPr>
          </a:lstStyle>
          <a:p>
            <a:pPr lvl="0"/>
            <a:r>
              <a:rPr lang="en-US"/>
              <a:t>Edit Master text styles</a:t>
            </a:r>
          </a:p>
        </p:txBody>
      </p:sp>
      <p:sp>
        <p:nvSpPr>
          <p:cNvPr id="31" name="Text Placeholder 30"/>
          <p:cNvSpPr>
            <a:spLocks noGrp="1"/>
          </p:cNvSpPr>
          <p:nvPr>
            <p:ph type="body" sz="quarter" idx="14"/>
          </p:nvPr>
        </p:nvSpPr>
        <p:spPr>
          <a:xfrm>
            <a:off x="9477375" y="2189163"/>
            <a:ext cx="2584450" cy="4546600"/>
          </a:xfrm>
        </p:spPr>
        <p:txBody>
          <a:bodyPr>
            <a:normAutofit/>
          </a:bodyPr>
          <a:lstStyle>
            <a:lvl1pPr>
              <a:defRPr sz="1800"/>
            </a:lvl1pPr>
          </a:lstStyle>
          <a:p>
            <a:pPr lvl="0"/>
            <a:r>
              <a:rPr lang="en-US"/>
              <a:t>Edit Master text styles</a:t>
            </a:r>
          </a:p>
        </p:txBody>
      </p:sp>
    </p:spTree>
    <p:extLst>
      <p:ext uri="{BB962C8B-B14F-4D97-AF65-F5344CB8AC3E}">
        <p14:creationId xmlns:p14="http://schemas.microsoft.com/office/powerpoint/2010/main" val="2197466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ayout with 4 pictures">
    <p:spTree>
      <p:nvGrpSpPr>
        <p:cNvPr id="1" name=""/>
        <p:cNvGrpSpPr/>
        <p:nvPr/>
      </p:nvGrpSpPr>
      <p:grpSpPr>
        <a:xfrm>
          <a:off x="0" y="0"/>
          <a:ext cx="0" cy="0"/>
          <a:chOff x="0" y="0"/>
          <a:chExt cx="0" cy="0"/>
        </a:xfrm>
      </p:grpSpPr>
      <p:sp>
        <p:nvSpPr>
          <p:cNvPr id="14"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Picture 2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108415" y="128789"/>
            <a:ext cx="953589" cy="648945"/>
          </a:xfrm>
          <a:prstGeom prst="rect">
            <a:avLst/>
          </a:prstGeom>
        </p:spPr>
      </p:pic>
      <p:sp>
        <p:nvSpPr>
          <p:cNvPr id="3" name="Picture Placeholder 2"/>
          <p:cNvSpPr>
            <a:spLocks noGrp="1"/>
          </p:cNvSpPr>
          <p:nvPr>
            <p:ph type="pic" sz="quarter" idx="11"/>
          </p:nvPr>
        </p:nvSpPr>
        <p:spPr>
          <a:xfrm>
            <a:off x="1679888" y="1558255"/>
            <a:ext cx="1956963" cy="1609949"/>
          </a:xfrm>
        </p:spPr>
        <p:txBody>
          <a:bodyPr/>
          <a:lstStyle/>
          <a:p>
            <a:endParaRPr lang="en-US"/>
          </a:p>
        </p:txBody>
      </p:sp>
      <p:sp>
        <p:nvSpPr>
          <p:cNvPr id="5" name="Text Placeholder 4"/>
          <p:cNvSpPr>
            <a:spLocks noGrp="1"/>
          </p:cNvSpPr>
          <p:nvPr>
            <p:ph type="body" sz="quarter" idx="12" hasCustomPrompt="1"/>
          </p:nvPr>
        </p:nvSpPr>
        <p:spPr>
          <a:xfrm>
            <a:off x="1679888" y="3168204"/>
            <a:ext cx="1952625" cy="400050"/>
          </a:xfrm>
        </p:spPr>
        <p:txBody>
          <a:bodyPr>
            <a:normAutofit/>
          </a:bodyPr>
          <a:lstStyle>
            <a:lvl1pPr marL="0" indent="0">
              <a:buNone/>
              <a:defRPr sz="1800" b="1" baseline="0"/>
            </a:lvl1pPr>
          </a:lstStyle>
          <a:p>
            <a:pPr lvl="0"/>
            <a:r>
              <a:rPr lang="en-US"/>
              <a:t>Headline</a:t>
            </a:r>
          </a:p>
        </p:txBody>
      </p:sp>
      <p:sp>
        <p:nvSpPr>
          <p:cNvPr id="8" name="Text Placeholder 7"/>
          <p:cNvSpPr>
            <a:spLocks noGrp="1"/>
          </p:cNvSpPr>
          <p:nvPr>
            <p:ph type="body" sz="quarter" idx="13" hasCustomPrompt="1"/>
          </p:nvPr>
        </p:nvSpPr>
        <p:spPr>
          <a:xfrm>
            <a:off x="1679888" y="3568700"/>
            <a:ext cx="1952625" cy="3289300"/>
          </a:xfrm>
        </p:spPr>
        <p:txBody>
          <a:bodyPr>
            <a:normAutofit/>
          </a:bodyPr>
          <a:lstStyle>
            <a:lvl1pPr marL="0" indent="0">
              <a:buNone/>
              <a:defRPr sz="1400" baseline="0"/>
            </a:lvl1pPr>
          </a:lstStyle>
          <a:p>
            <a:pPr lvl="0"/>
            <a:r>
              <a:rPr lang="en-US"/>
              <a:t>Detailed text</a:t>
            </a:r>
          </a:p>
        </p:txBody>
      </p:sp>
      <p:sp>
        <p:nvSpPr>
          <p:cNvPr id="13" name="Picture Placeholder 2"/>
          <p:cNvSpPr>
            <a:spLocks noGrp="1"/>
          </p:cNvSpPr>
          <p:nvPr>
            <p:ph type="pic" sz="quarter" idx="14"/>
          </p:nvPr>
        </p:nvSpPr>
        <p:spPr>
          <a:xfrm>
            <a:off x="4124727" y="1557809"/>
            <a:ext cx="1956963" cy="1609949"/>
          </a:xfrm>
        </p:spPr>
        <p:txBody>
          <a:bodyPr/>
          <a:lstStyle/>
          <a:p>
            <a:endParaRPr lang="en-US"/>
          </a:p>
        </p:txBody>
      </p:sp>
      <p:sp>
        <p:nvSpPr>
          <p:cNvPr id="15" name="Text Placeholder 4"/>
          <p:cNvSpPr>
            <a:spLocks noGrp="1"/>
          </p:cNvSpPr>
          <p:nvPr>
            <p:ph type="body" sz="quarter" idx="15" hasCustomPrompt="1"/>
          </p:nvPr>
        </p:nvSpPr>
        <p:spPr>
          <a:xfrm>
            <a:off x="4124727" y="3167758"/>
            <a:ext cx="1952625" cy="400050"/>
          </a:xfrm>
        </p:spPr>
        <p:txBody>
          <a:bodyPr>
            <a:normAutofit/>
          </a:bodyPr>
          <a:lstStyle>
            <a:lvl1pPr marL="0" indent="0">
              <a:buNone/>
              <a:defRPr sz="1800" b="1" baseline="0"/>
            </a:lvl1pPr>
          </a:lstStyle>
          <a:p>
            <a:pPr lvl="0"/>
            <a:r>
              <a:rPr lang="en-US"/>
              <a:t>Headline</a:t>
            </a:r>
          </a:p>
        </p:txBody>
      </p:sp>
      <p:sp>
        <p:nvSpPr>
          <p:cNvPr id="16" name="Text Placeholder 7"/>
          <p:cNvSpPr>
            <a:spLocks noGrp="1"/>
          </p:cNvSpPr>
          <p:nvPr>
            <p:ph type="body" sz="quarter" idx="16" hasCustomPrompt="1"/>
          </p:nvPr>
        </p:nvSpPr>
        <p:spPr>
          <a:xfrm>
            <a:off x="4124727" y="3568254"/>
            <a:ext cx="1952625" cy="3289300"/>
          </a:xfrm>
        </p:spPr>
        <p:txBody>
          <a:bodyPr>
            <a:normAutofit/>
          </a:bodyPr>
          <a:lstStyle>
            <a:lvl1pPr marL="0" indent="0">
              <a:buNone/>
              <a:defRPr sz="1400" baseline="0"/>
            </a:lvl1pPr>
          </a:lstStyle>
          <a:p>
            <a:pPr lvl="0"/>
            <a:r>
              <a:rPr lang="en-US"/>
              <a:t>Detailed text</a:t>
            </a:r>
          </a:p>
        </p:txBody>
      </p:sp>
      <p:sp>
        <p:nvSpPr>
          <p:cNvPr id="17" name="Picture Placeholder 2"/>
          <p:cNvSpPr>
            <a:spLocks noGrp="1"/>
          </p:cNvSpPr>
          <p:nvPr>
            <p:ph type="pic" sz="quarter" idx="17"/>
          </p:nvPr>
        </p:nvSpPr>
        <p:spPr>
          <a:xfrm>
            <a:off x="6392594" y="1557363"/>
            <a:ext cx="1956963" cy="1609949"/>
          </a:xfrm>
        </p:spPr>
        <p:txBody>
          <a:bodyPr/>
          <a:lstStyle/>
          <a:p>
            <a:endParaRPr lang="en-US"/>
          </a:p>
        </p:txBody>
      </p:sp>
      <p:sp>
        <p:nvSpPr>
          <p:cNvPr id="18" name="Text Placeholder 4"/>
          <p:cNvSpPr>
            <a:spLocks noGrp="1"/>
          </p:cNvSpPr>
          <p:nvPr>
            <p:ph type="body" sz="quarter" idx="18" hasCustomPrompt="1"/>
          </p:nvPr>
        </p:nvSpPr>
        <p:spPr>
          <a:xfrm>
            <a:off x="6392594" y="3167312"/>
            <a:ext cx="1952625" cy="400050"/>
          </a:xfrm>
        </p:spPr>
        <p:txBody>
          <a:bodyPr>
            <a:normAutofit/>
          </a:bodyPr>
          <a:lstStyle>
            <a:lvl1pPr marL="0" indent="0">
              <a:buNone/>
              <a:defRPr sz="1800" b="1" baseline="0"/>
            </a:lvl1pPr>
          </a:lstStyle>
          <a:p>
            <a:pPr lvl="0"/>
            <a:r>
              <a:rPr lang="en-US"/>
              <a:t>Headline</a:t>
            </a:r>
          </a:p>
        </p:txBody>
      </p:sp>
      <p:sp>
        <p:nvSpPr>
          <p:cNvPr id="19" name="Text Placeholder 7"/>
          <p:cNvSpPr>
            <a:spLocks noGrp="1"/>
          </p:cNvSpPr>
          <p:nvPr>
            <p:ph type="body" sz="quarter" idx="19" hasCustomPrompt="1"/>
          </p:nvPr>
        </p:nvSpPr>
        <p:spPr>
          <a:xfrm>
            <a:off x="6392594" y="3567808"/>
            <a:ext cx="1952625" cy="3289300"/>
          </a:xfrm>
        </p:spPr>
        <p:txBody>
          <a:bodyPr>
            <a:normAutofit/>
          </a:bodyPr>
          <a:lstStyle>
            <a:lvl1pPr marL="0" indent="0">
              <a:buNone/>
              <a:defRPr sz="1400" baseline="0"/>
            </a:lvl1pPr>
          </a:lstStyle>
          <a:p>
            <a:pPr lvl="0"/>
            <a:r>
              <a:rPr lang="en-US"/>
              <a:t>Detailed text</a:t>
            </a:r>
          </a:p>
        </p:txBody>
      </p:sp>
      <p:sp>
        <p:nvSpPr>
          <p:cNvPr id="20" name="Picture Placeholder 2"/>
          <p:cNvSpPr>
            <a:spLocks noGrp="1"/>
          </p:cNvSpPr>
          <p:nvPr>
            <p:ph type="pic" sz="quarter" idx="20"/>
          </p:nvPr>
        </p:nvSpPr>
        <p:spPr>
          <a:xfrm>
            <a:off x="8653462" y="1556917"/>
            <a:ext cx="1956963" cy="1609949"/>
          </a:xfrm>
        </p:spPr>
        <p:txBody>
          <a:bodyPr/>
          <a:lstStyle/>
          <a:p>
            <a:endParaRPr lang="en-US"/>
          </a:p>
        </p:txBody>
      </p:sp>
      <p:sp>
        <p:nvSpPr>
          <p:cNvPr id="21" name="Text Placeholder 4"/>
          <p:cNvSpPr>
            <a:spLocks noGrp="1"/>
          </p:cNvSpPr>
          <p:nvPr>
            <p:ph type="body" sz="quarter" idx="21" hasCustomPrompt="1"/>
          </p:nvPr>
        </p:nvSpPr>
        <p:spPr>
          <a:xfrm>
            <a:off x="8653462" y="3166866"/>
            <a:ext cx="1952625" cy="400050"/>
          </a:xfrm>
        </p:spPr>
        <p:txBody>
          <a:bodyPr>
            <a:normAutofit/>
          </a:bodyPr>
          <a:lstStyle>
            <a:lvl1pPr marL="0" indent="0">
              <a:buNone/>
              <a:defRPr sz="1800" b="1" baseline="0"/>
            </a:lvl1pPr>
          </a:lstStyle>
          <a:p>
            <a:pPr lvl="0"/>
            <a:r>
              <a:rPr lang="en-US"/>
              <a:t>Headline</a:t>
            </a:r>
          </a:p>
        </p:txBody>
      </p:sp>
      <p:sp>
        <p:nvSpPr>
          <p:cNvPr id="22" name="Text Placeholder 7"/>
          <p:cNvSpPr>
            <a:spLocks noGrp="1"/>
          </p:cNvSpPr>
          <p:nvPr>
            <p:ph type="body" sz="quarter" idx="22" hasCustomPrompt="1"/>
          </p:nvPr>
        </p:nvSpPr>
        <p:spPr>
          <a:xfrm>
            <a:off x="8653462" y="3567362"/>
            <a:ext cx="1952625" cy="3289300"/>
          </a:xfrm>
        </p:spPr>
        <p:txBody>
          <a:bodyPr>
            <a:normAutofit/>
          </a:bodyPr>
          <a:lstStyle>
            <a:lvl1pPr marL="0" indent="0">
              <a:buNone/>
              <a:defRPr sz="1400" baseline="0"/>
            </a:lvl1pPr>
          </a:lstStyle>
          <a:p>
            <a:pPr lvl="0"/>
            <a:r>
              <a:rPr lang="en-US"/>
              <a:t>Detailed text</a:t>
            </a:r>
          </a:p>
        </p:txBody>
      </p:sp>
      <p:sp>
        <p:nvSpPr>
          <p:cNvPr id="2" name="Title 1"/>
          <p:cNvSpPr>
            <a:spLocks noGrp="1"/>
          </p:cNvSpPr>
          <p:nvPr>
            <p:ph type="title" hasCustomPrompt="1"/>
          </p:nvPr>
        </p:nvSpPr>
        <p:spPr>
          <a:xfrm>
            <a:off x="969264" y="173736"/>
            <a:ext cx="10232136" cy="841248"/>
          </a:xfrm>
        </p:spPr>
        <p:txBody>
          <a:bodyPr>
            <a:normAutofit/>
          </a:bodyPr>
          <a:lstStyle>
            <a:lvl1pPr>
              <a:defRPr sz="3200" b="1">
                <a:latin typeface="+mn-lt"/>
              </a:defRPr>
            </a:lvl1pPr>
          </a:lstStyle>
          <a:p>
            <a:r>
              <a:rPr lang="en-US"/>
              <a:t>Title Slide</a:t>
            </a:r>
          </a:p>
        </p:txBody>
      </p:sp>
      <p:sp>
        <p:nvSpPr>
          <p:cNvPr id="28" name="Slide Number Placeholder 12"/>
          <p:cNvSpPr txBox="1">
            <a:spLocks/>
          </p:cNvSpPr>
          <p:nvPr userDrawn="1"/>
        </p:nvSpPr>
        <p:spPr>
          <a:xfrm>
            <a:off x="1" y="6492875"/>
            <a:ext cx="436098"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8F0396-9C7D-468F-908F-2B2A0639C2C2}" type="slidenum">
              <a:rPr lang="en-GB" smtClean="0"/>
              <a:pPr/>
              <a:t>‹#›</a:t>
            </a:fld>
            <a:endParaRPr lang="en-GB"/>
          </a:p>
        </p:txBody>
      </p:sp>
    </p:spTree>
    <p:extLst>
      <p:ext uri="{BB962C8B-B14F-4D97-AF65-F5344CB8AC3E}">
        <p14:creationId xmlns:p14="http://schemas.microsoft.com/office/powerpoint/2010/main" val="3241615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lumMod val="7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12"/>
          <p:cNvSpPr txBox="1">
            <a:spLocks/>
          </p:cNvSpPr>
          <p:nvPr userDrawn="1"/>
        </p:nvSpPr>
        <p:spPr>
          <a:xfrm>
            <a:off x="1" y="6492875"/>
            <a:ext cx="436098"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98F0396-9C7D-468F-908F-2B2A0639C2C2}" type="slidenum">
              <a:rPr lang="en-GB" smtClean="0"/>
              <a:pPr/>
              <a:t>‹#›</a:t>
            </a:fld>
            <a:endParaRPr lang="en-GB"/>
          </a:p>
        </p:txBody>
      </p:sp>
    </p:spTree>
    <p:extLst>
      <p:ext uri="{BB962C8B-B14F-4D97-AF65-F5344CB8AC3E}">
        <p14:creationId xmlns:p14="http://schemas.microsoft.com/office/powerpoint/2010/main" val="766024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AF1AFCF-5784-429F-A7B6-4A408FC94CD6}"/>
              </a:ext>
            </a:extLst>
          </p:cNvPr>
          <p:cNvGrpSpPr/>
          <p:nvPr userDrawn="1"/>
        </p:nvGrpSpPr>
        <p:grpSpPr>
          <a:xfrm>
            <a:off x="0" y="147637"/>
            <a:ext cx="12192000" cy="846356"/>
            <a:chOff x="0" y="147637"/>
            <a:chExt cx="12192000" cy="846356"/>
          </a:xfrm>
        </p:grpSpPr>
        <p:cxnSp>
          <p:nvCxnSpPr>
            <p:cNvPr id="4" name="Straight Connector 3">
              <a:extLst>
                <a:ext uri="{FF2B5EF4-FFF2-40B4-BE49-F238E27FC236}">
                  <a16:creationId xmlns:a16="http://schemas.microsoft.com/office/drawing/2014/main" id="{97858A98-835E-4373-8017-772CAB84A472}"/>
                </a:ext>
              </a:extLst>
            </p:cNvPr>
            <p:cNvCxnSpPr/>
            <p:nvPr/>
          </p:nvCxnSpPr>
          <p:spPr>
            <a:xfrm>
              <a:off x="1295400" y="993993"/>
              <a:ext cx="108966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F420D7D-6524-4806-904F-0BFCABC5F47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896600" y="147637"/>
              <a:ext cx="1066800" cy="766763"/>
            </a:xfrm>
            <a:prstGeom prst="rect">
              <a:avLst/>
            </a:prstGeom>
          </p:spPr>
        </p:pic>
        <p:cxnSp>
          <p:nvCxnSpPr>
            <p:cNvPr id="6" name="Straight Connector 5">
              <a:extLst>
                <a:ext uri="{FF2B5EF4-FFF2-40B4-BE49-F238E27FC236}">
                  <a16:creationId xmlns:a16="http://schemas.microsoft.com/office/drawing/2014/main" id="{6C497C77-4A77-4058-8C43-9BAB0E3A131E}"/>
                </a:ext>
              </a:extLst>
            </p:cNvPr>
            <p:cNvCxnSpPr/>
            <p:nvPr/>
          </p:nvCxnSpPr>
          <p:spPr>
            <a:xfrm>
              <a:off x="632626" y="993993"/>
              <a:ext cx="685800" cy="0"/>
            </a:xfrm>
            <a:prstGeom prst="line">
              <a:avLst/>
            </a:prstGeom>
            <a:ln w="57150">
              <a:solidFill>
                <a:srgbClr val="0507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B425F98-8C5C-446B-BC11-EEC5401F0E3F}"/>
                </a:ext>
              </a:extLst>
            </p:cNvPr>
            <p:cNvCxnSpPr/>
            <p:nvPr/>
          </p:nvCxnSpPr>
          <p:spPr>
            <a:xfrm>
              <a:off x="0" y="993993"/>
              <a:ext cx="632626" cy="0"/>
            </a:xfrm>
            <a:prstGeom prst="line">
              <a:avLst/>
            </a:prstGeom>
            <a:ln w="57150">
              <a:solidFill>
                <a:srgbClr val="7EC242"/>
              </a:solidFill>
            </a:ln>
          </p:spPr>
          <p:style>
            <a:lnRef idx="1">
              <a:schemeClr val="accent1"/>
            </a:lnRef>
            <a:fillRef idx="0">
              <a:schemeClr val="accent1"/>
            </a:fillRef>
            <a:effectRef idx="0">
              <a:schemeClr val="accent1"/>
            </a:effectRef>
            <a:fontRef idx="minor">
              <a:schemeClr val="tx1"/>
            </a:fontRef>
          </p:style>
        </p:cxnSp>
      </p:grpSp>
      <p:sp>
        <p:nvSpPr>
          <p:cNvPr id="8" name="Shape 52">
            <a:extLst>
              <a:ext uri="{FF2B5EF4-FFF2-40B4-BE49-F238E27FC236}">
                <a16:creationId xmlns:a16="http://schemas.microsoft.com/office/drawing/2014/main" id="{3B581007-2D4F-44B7-B38E-93BB7C8548A7}"/>
              </a:ext>
            </a:extLst>
          </p:cNvPr>
          <p:cNvSpPr txBox="1">
            <a:spLocks noGrp="1"/>
          </p:cNvSpPr>
          <p:nvPr>
            <p:ph type="title"/>
          </p:nvPr>
        </p:nvSpPr>
        <p:spPr>
          <a:xfrm>
            <a:off x="304800" y="109538"/>
            <a:ext cx="10515599" cy="804862"/>
          </a:xfrm>
          <a:prstGeom prst="rect">
            <a:avLst/>
          </a:prstGeom>
          <a:noFill/>
          <a:ln>
            <a:noFill/>
          </a:ln>
        </p:spPr>
        <p:txBody>
          <a:bodyPr lIns="91425" tIns="91425" rIns="91425" bIns="91425" anchor="b" anchorCtr="0"/>
          <a:lstStyle>
            <a:lvl1pPr marL="0" marR="0" lvl="0" indent="0" algn="l" rtl="0">
              <a:lnSpc>
                <a:spcPct val="90000"/>
              </a:lnSpc>
              <a:spcBef>
                <a:spcPts val="0"/>
              </a:spcBef>
              <a:buClr>
                <a:schemeClr val="dk1"/>
              </a:buClr>
              <a:buFont typeface="Calibri"/>
              <a:buNone/>
              <a:defRPr sz="2800" b="1" i="0" u="none" strike="noStrike" cap="none">
                <a:solidFill>
                  <a:schemeClr val="dk1"/>
                </a:solidFill>
                <a:latin typeface="Arial" panose="020B0604020202020204" pitchFamily="34" charset="0"/>
                <a:ea typeface="Arial" panose="020B0604020202020204" pitchFamily="34" charset="0"/>
                <a:cs typeface="Arial" panose="020B0604020202020204" pitchFamily="34" charset="0"/>
                <a:sym typeface="Calibri"/>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a:t>Click to edit Master title style</a:t>
            </a:r>
            <a:endParaRPr/>
          </a:p>
        </p:txBody>
      </p:sp>
      <p:sp>
        <p:nvSpPr>
          <p:cNvPr id="10" name="Content Placeholder 9">
            <a:extLst>
              <a:ext uri="{FF2B5EF4-FFF2-40B4-BE49-F238E27FC236}">
                <a16:creationId xmlns:a16="http://schemas.microsoft.com/office/drawing/2014/main" id="{700C058C-4159-4B8F-9F1B-721FDA4E4C50}"/>
              </a:ext>
            </a:extLst>
          </p:cNvPr>
          <p:cNvSpPr>
            <a:spLocks noGrp="1"/>
          </p:cNvSpPr>
          <p:nvPr>
            <p:ph sz="quarter" idx="10"/>
          </p:nvPr>
        </p:nvSpPr>
        <p:spPr>
          <a:xfrm>
            <a:off x="152400" y="1295400"/>
            <a:ext cx="11887200" cy="541020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vl6pPr marL="2571750" indent="-285750">
              <a:buFont typeface="Arial" panose="020B0604020202020204" pitchFamily="34" charset="0"/>
              <a:buChar cha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0872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Graphic Section Divider">
    <p:spTree>
      <p:nvGrpSpPr>
        <p:cNvPr id="1" name=""/>
        <p:cNvGrpSpPr/>
        <p:nvPr/>
      </p:nvGrpSpPr>
      <p:grpSpPr>
        <a:xfrm>
          <a:off x="0" y="0"/>
          <a:ext cx="0" cy="0"/>
          <a:chOff x="0" y="0"/>
          <a:chExt cx="0" cy="0"/>
        </a:xfrm>
      </p:grpSpPr>
      <p:cxnSp>
        <p:nvCxnSpPr>
          <p:cNvPr id="18" name="Straight Connector 17"/>
          <p:cNvCxnSpPr/>
          <p:nvPr userDrawn="1"/>
        </p:nvCxnSpPr>
        <p:spPr>
          <a:xfrm>
            <a:off x="9068574" y="1600200"/>
            <a:ext cx="0" cy="4343400"/>
          </a:xfrm>
          <a:prstGeom prst="line">
            <a:avLst/>
          </a:prstGeom>
          <a:ln w="3175" cmpd="sng">
            <a:solidFill>
              <a:schemeClr val="accent5"/>
            </a:solidFill>
            <a:miter lim="800000"/>
          </a:ln>
        </p:spPr>
        <p:style>
          <a:lnRef idx="1">
            <a:schemeClr val="accent1"/>
          </a:lnRef>
          <a:fillRef idx="0">
            <a:schemeClr val="accent1"/>
          </a:fillRef>
          <a:effectRef idx="0">
            <a:schemeClr val="accent1"/>
          </a:effectRef>
          <a:fontRef idx="minor">
            <a:schemeClr val="tx1"/>
          </a:fontRef>
        </p:style>
      </p:cxnSp>
      <p:sp>
        <p:nvSpPr>
          <p:cNvPr id="10" name="Footer Placeholder 2"/>
          <p:cNvSpPr>
            <a:spLocks noGrp="1"/>
          </p:cNvSpPr>
          <p:nvPr>
            <p:ph type="ftr" sz="quarter" idx="11"/>
          </p:nvPr>
        </p:nvSpPr>
        <p:spPr>
          <a:xfrm>
            <a:off x="8779577" y="6556248"/>
            <a:ext cx="2499374" cy="182880"/>
          </a:xfrm>
          <a:prstGeom prst="rect">
            <a:avLst/>
          </a:prstGeom>
        </p:spPr>
        <p:txBody>
          <a:bodyPr>
            <a:noAutofit/>
          </a:bodyPr>
          <a:lstStyle/>
          <a:p>
            <a:r>
              <a:rPr lang="en-US">
                <a:solidFill>
                  <a:srgbClr val="5F5F5F"/>
                </a:solidFill>
              </a:rPr>
              <a:t>Oracle Confidential - Internal</a:t>
            </a:r>
          </a:p>
        </p:txBody>
      </p:sp>
      <p:sp>
        <p:nvSpPr>
          <p:cNvPr id="12" name="Slide Number Placeholder 3"/>
          <p:cNvSpPr>
            <a:spLocks noGrp="1"/>
          </p:cNvSpPr>
          <p:nvPr>
            <p:ph type="sldNum" sz="quarter" idx="12"/>
          </p:nvPr>
        </p:nvSpPr>
        <p:spPr>
          <a:xfrm>
            <a:off x="11278950" y="6556248"/>
            <a:ext cx="381760" cy="182880"/>
          </a:xfrm>
        </p:spPr>
        <p:txBody>
          <a:bodyPr>
            <a:noAutofit/>
          </a:bodyPr>
          <a:lstStyle/>
          <a:p>
            <a:fld id="{C51EAA63-D034-42AE-91FA-B13B9518C7BE}" type="slidenum">
              <a:rPr>
                <a:solidFill>
                  <a:srgbClr val="5F5F5F">
                    <a:lumMod val="60000"/>
                    <a:lumOff val="40000"/>
                  </a:srgbClr>
                </a:solidFill>
              </a:rPr>
              <a:pPr/>
              <a:t>‹#›</a:t>
            </a:fld>
            <a:endParaRPr>
              <a:solidFill>
                <a:srgbClr val="5F5F5F">
                  <a:lumMod val="60000"/>
                  <a:lumOff val="40000"/>
                </a:srgbClr>
              </a:solidFill>
            </a:endParaRPr>
          </a:p>
        </p:txBody>
      </p:sp>
      <p:sp>
        <p:nvSpPr>
          <p:cNvPr id="22" name="Text Placeholder 1"/>
          <p:cNvSpPr txBox="1">
            <a:spLocks/>
          </p:cNvSpPr>
          <p:nvPr userDrawn="1"/>
        </p:nvSpPr>
        <p:spPr bwMode="gray">
          <a:xfrm>
            <a:off x="10364312" y="2286003"/>
            <a:ext cx="1371957" cy="478691"/>
          </a:xfrm>
          <a:prstGeom prst="rect">
            <a:avLst/>
          </a:prstGeom>
        </p:spPr>
        <p:txBody>
          <a:bodyPr vert="horz" lIns="0" tIns="0" rIns="0" bIns="0" rtlCol="0">
            <a:noAutofit/>
          </a:bodyPr>
          <a:lstStyle>
            <a:lvl1pPr marL="80390" indent="0" algn="l" defTabSz="914400" rtl="0" eaLnBrk="1" latinLnBrk="0" hangingPunct="1">
              <a:lnSpc>
                <a:spcPct val="100000"/>
              </a:lnSpc>
              <a:spcBef>
                <a:spcPts val="1200"/>
              </a:spcBef>
              <a:buClr>
                <a:schemeClr val="tx1">
                  <a:lumMod val="60000"/>
                  <a:lumOff val="40000"/>
                </a:schemeClr>
              </a:buClr>
              <a:buFont typeface="Arial" panose="020B0604020202020204" pitchFamily="34" charset="0"/>
              <a:buNone/>
              <a:defRPr sz="1600" kern="1200">
                <a:solidFill>
                  <a:schemeClr val="tx1"/>
                </a:solidFill>
                <a:latin typeface="Calibri"/>
                <a:ea typeface="+mn-ea"/>
                <a:cs typeface="Calibri"/>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a:lstStyle>
          <a:p>
            <a:pPr>
              <a:buClr>
                <a:srgbClr val="5F5F5F">
                  <a:lumMod val="60000"/>
                  <a:lumOff val="40000"/>
                </a:srgbClr>
              </a:buClr>
            </a:pPr>
            <a:endParaRPr lang="en-US" sz="300">
              <a:solidFill>
                <a:srgbClr val="A6A6A6"/>
              </a:solidFill>
            </a:endParaRPr>
          </a:p>
        </p:txBody>
      </p:sp>
      <p:sp>
        <p:nvSpPr>
          <p:cNvPr id="23" name="Text Placeholder 1"/>
          <p:cNvSpPr txBox="1">
            <a:spLocks/>
          </p:cNvSpPr>
          <p:nvPr userDrawn="1"/>
        </p:nvSpPr>
        <p:spPr bwMode="gray">
          <a:xfrm>
            <a:off x="9297235" y="3657600"/>
            <a:ext cx="2439036" cy="2057400"/>
          </a:xfrm>
          <a:prstGeom prst="rect">
            <a:avLst/>
          </a:prstGeom>
        </p:spPr>
        <p:txBody>
          <a:bodyPr vert="horz" lIns="0" tIns="0" rIns="0" bIns="0" rtlCol="0">
            <a:noAutofit/>
          </a:bodyPr>
          <a:lstStyle>
            <a:lvl1pPr marL="80390" indent="0" algn="l" defTabSz="914400" rtl="0" eaLnBrk="1" latinLnBrk="0" hangingPunct="1">
              <a:lnSpc>
                <a:spcPct val="100000"/>
              </a:lnSpc>
              <a:spcBef>
                <a:spcPts val="1200"/>
              </a:spcBef>
              <a:buClr>
                <a:schemeClr val="tx1">
                  <a:lumMod val="60000"/>
                  <a:lumOff val="40000"/>
                </a:schemeClr>
              </a:buClr>
              <a:buFont typeface="Arial" panose="020B0604020202020204" pitchFamily="34" charset="0"/>
              <a:buNone/>
              <a:defRPr sz="1600" kern="1200">
                <a:solidFill>
                  <a:schemeClr val="tx1"/>
                </a:solidFill>
                <a:latin typeface="Calibri"/>
                <a:ea typeface="+mn-ea"/>
                <a:cs typeface="Calibri"/>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a:lstStyle>
          <a:p>
            <a:pPr>
              <a:buClr>
                <a:srgbClr val="5F5F5F">
                  <a:lumMod val="60000"/>
                  <a:lumOff val="40000"/>
                </a:srgbClr>
              </a:buClr>
            </a:pPr>
            <a:endParaRPr lang="en-US" sz="1200" i="1">
              <a:solidFill>
                <a:srgbClr val="5F5F5F"/>
              </a:solidFill>
            </a:endParaRPr>
          </a:p>
        </p:txBody>
      </p:sp>
      <p:sp>
        <p:nvSpPr>
          <p:cNvPr id="27" name="Text Placeholder 1"/>
          <p:cNvSpPr txBox="1">
            <a:spLocks/>
          </p:cNvSpPr>
          <p:nvPr userDrawn="1"/>
        </p:nvSpPr>
        <p:spPr bwMode="gray">
          <a:xfrm>
            <a:off x="10516753" y="2438403"/>
            <a:ext cx="1371957" cy="478691"/>
          </a:xfrm>
          <a:prstGeom prst="rect">
            <a:avLst/>
          </a:prstGeom>
        </p:spPr>
        <p:txBody>
          <a:bodyPr vert="horz" lIns="0" tIns="0" rIns="0" bIns="0" rtlCol="0">
            <a:noAutofit/>
          </a:bodyPr>
          <a:lstStyle>
            <a:lvl1pPr marL="80390" indent="0" algn="l" defTabSz="914400" rtl="0" eaLnBrk="1" latinLnBrk="0" hangingPunct="1">
              <a:lnSpc>
                <a:spcPct val="100000"/>
              </a:lnSpc>
              <a:spcBef>
                <a:spcPts val="1200"/>
              </a:spcBef>
              <a:buClr>
                <a:schemeClr val="tx1">
                  <a:lumMod val="60000"/>
                  <a:lumOff val="40000"/>
                </a:schemeClr>
              </a:buClr>
              <a:buFont typeface="Arial" panose="020B0604020202020204" pitchFamily="34" charset="0"/>
              <a:buNone/>
              <a:defRPr sz="1600" kern="1200">
                <a:solidFill>
                  <a:schemeClr val="tx1"/>
                </a:solidFill>
                <a:latin typeface="Calibri"/>
                <a:ea typeface="+mn-ea"/>
                <a:cs typeface="Calibri"/>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a:lstStyle>
          <a:p>
            <a:pPr>
              <a:buClr>
                <a:srgbClr val="5F5F5F">
                  <a:lumMod val="60000"/>
                  <a:lumOff val="40000"/>
                </a:srgbClr>
              </a:buClr>
            </a:pPr>
            <a:endParaRPr lang="en-US" sz="300">
              <a:solidFill>
                <a:srgbClr val="A6A6A6"/>
              </a:solidFill>
            </a:endParaRPr>
          </a:p>
        </p:txBody>
      </p:sp>
      <p:sp>
        <p:nvSpPr>
          <p:cNvPr id="28" name="Text Placeholder 1"/>
          <p:cNvSpPr txBox="1">
            <a:spLocks/>
          </p:cNvSpPr>
          <p:nvPr userDrawn="1"/>
        </p:nvSpPr>
        <p:spPr bwMode="gray">
          <a:xfrm>
            <a:off x="9449673" y="3810000"/>
            <a:ext cx="2439036" cy="2057400"/>
          </a:xfrm>
          <a:prstGeom prst="rect">
            <a:avLst/>
          </a:prstGeom>
        </p:spPr>
        <p:txBody>
          <a:bodyPr vert="horz" lIns="0" tIns="0" rIns="0" bIns="0" rtlCol="0">
            <a:noAutofit/>
          </a:bodyPr>
          <a:lstStyle>
            <a:lvl1pPr marL="80390" indent="0" algn="l" defTabSz="914400" rtl="0" eaLnBrk="1" latinLnBrk="0" hangingPunct="1">
              <a:lnSpc>
                <a:spcPct val="100000"/>
              </a:lnSpc>
              <a:spcBef>
                <a:spcPts val="1200"/>
              </a:spcBef>
              <a:buClr>
                <a:schemeClr val="tx1">
                  <a:lumMod val="60000"/>
                  <a:lumOff val="40000"/>
                </a:schemeClr>
              </a:buClr>
              <a:buFont typeface="Arial" panose="020B0604020202020204" pitchFamily="34" charset="0"/>
              <a:buNone/>
              <a:defRPr sz="1600" kern="1200">
                <a:solidFill>
                  <a:schemeClr val="tx1"/>
                </a:solidFill>
                <a:latin typeface="Calibri"/>
                <a:ea typeface="+mn-ea"/>
                <a:cs typeface="Calibri"/>
              </a:defRPr>
            </a:lvl1pPr>
            <a:lvl2pPr marL="502920" indent="-228600" algn="l" defTabSz="914400" rtl="0" eaLnBrk="1" latinLnBrk="0" hangingPunct="1">
              <a:lnSpc>
                <a:spcPct val="90000"/>
              </a:lnSpc>
              <a:spcBef>
                <a:spcPts val="800"/>
              </a:spcBef>
              <a:buClr>
                <a:schemeClr val="tx1">
                  <a:lumMod val="60000"/>
                  <a:lumOff val="40000"/>
                </a:schemeClr>
              </a:buClr>
              <a:buFont typeface="Arial" panose="020B0604020202020204" pitchFamily="34" charset="0"/>
              <a:buChar char="–"/>
              <a:defRPr sz="2400" kern="1200">
                <a:solidFill>
                  <a:schemeClr val="tx1"/>
                </a:solidFill>
                <a:latin typeface="+mn-lt"/>
                <a:ea typeface="+mn-ea"/>
                <a:cs typeface="+mn-cs"/>
              </a:defRPr>
            </a:lvl2pPr>
            <a:lvl3pPr marL="731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20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800" kern="1200">
                <a:solidFill>
                  <a:schemeClr val="tx1"/>
                </a:solidFill>
                <a:latin typeface="+mn-lt"/>
                <a:ea typeface="+mn-ea"/>
                <a:cs typeface="+mn-cs"/>
              </a:defRPr>
            </a:lvl4pPr>
            <a:lvl5pPr marL="11887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5pPr>
            <a:lvl6pPr marL="14173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6pPr>
            <a:lvl7pPr marL="16459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7pPr>
            <a:lvl8pPr marL="18745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8pPr>
            <a:lvl9pPr marL="2103120" indent="-182880" algn="l" defTabSz="914400" rtl="0" eaLnBrk="1" latinLnBrk="0" hangingPunct="1">
              <a:lnSpc>
                <a:spcPct val="90000"/>
              </a:lnSpc>
              <a:spcBef>
                <a:spcPts val="600"/>
              </a:spcBef>
              <a:buClr>
                <a:schemeClr val="tx1">
                  <a:lumMod val="60000"/>
                  <a:lumOff val="40000"/>
                </a:schemeClr>
              </a:buClr>
              <a:buFont typeface="Arial" panose="020B0604020202020204" pitchFamily="34" charset="0"/>
              <a:buChar char="•"/>
              <a:defRPr sz="1600" kern="1200">
                <a:solidFill>
                  <a:schemeClr val="tx1"/>
                </a:solidFill>
                <a:latin typeface="+mn-lt"/>
                <a:ea typeface="+mn-ea"/>
                <a:cs typeface="+mn-cs"/>
              </a:defRPr>
            </a:lvl9pPr>
          </a:lstStyle>
          <a:p>
            <a:pPr>
              <a:buClr>
                <a:srgbClr val="5F5F5F">
                  <a:lumMod val="60000"/>
                  <a:lumOff val="40000"/>
                </a:srgbClr>
              </a:buClr>
            </a:pPr>
            <a:endParaRPr lang="en-US" sz="1200" i="1">
              <a:solidFill>
                <a:srgbClr val="5F5F5F"/>
              </a:solidFill>
            </a:endParaRPr>
          </a:p>
        </p:txBody>
      </p:sp>
      <p:sp>
        <p:nvSpPr>
          <p:cNvPr id="2" name="TextBox 1"/>
          <p:cNvSpPr txBox="1"/>
          <p:nvPr userDrawn="1"/>
        </p:nvSpPr>
        <p:spPr>
          <a:xfrm>
            <a:off x="4308612" y="137289"/>
            <a:ext cx="914638" cy="914400"/>
          </a:xfrm>
          <a:prstGeom prst="rect">
            <a:avLst/>
          </a:prstGeom>
          <a:noFill/>
        </p:spPr>
        <p:txBody>
          <a:bodyPr wrap="none" lIns="0" tIns="0" rIns="0" bIns="0" rtlCol="0">
            <a:noAutofit/>
          </a:bodyPr>
          <a:lstStyle/>
          <a:p>
            <a:pPr>
              <a:lnSpc>
                <a:spcPct val="90000"/>
              </a:lnSpc>
            </a:pPr>
            <a:endParaRPr lang="en-US" sz="1799">
              <a:solidFill>
                <a:srgbClr val="5F5F5F"/>
              </a:solidFill>
            </a:endParaRPr>
          </a:p>
        </p:txBody>
      </p:sp>
      <p:sp>
        <p:nvSpPr>
          <p:cNvPr id="3" name="TextBox 2"/>
          <p:cNvSpPr txBox="1"/>
          <p:nvPr userDrawn="1"/>
        </p:nvSpPr>
        <p:spPr>
          <a:xfrm>
            <a:off x="5990859" y="120128"/>
            <a:ext cx="914638" cy="914400"/>
          </a:xfrm>
          <a:prstGeom prst="rect">
            <a:avLst/>
          </a:prstGeom>
          <a:noFill/>
        </p:spPr>
        <p:txBody>
          <a:bodyPr wrap="none" lIns="0" tIns="0" rIns="0" bIns="0" rtlCol="0">
            <a:noAutofit/>
          </a:bodyPr>
          <a:lstStyle/>
          <a:p>
            <a:pPr>
              <a:lnSpc>
                <a:spcPct val="90000"/>
              </a:lnSpc>
            </a:pPr>
            <a:endParaRPr lang="en-US" sz="1799">
              <a:solidFill>
                <a:srgbClr val="5F5F5F"/>
              </a:solidFill>
            </a:endParaRPr>
          </a:p>
        </p:txBody>
      </p:sp>
      <p:sp>
        <p:nvSpPr>
          <p:cNvPr id="13" name="Rectangle 12"/>
          <p:cNvSpPr/>
          <p:nvPr userDrawn="1"/>
        </p:nvSpPr>
        <p:spPr bwMode="gray">
          <a:xfrm>
            <a:off x="-288" y="0"/>
            <a:ext cx="3047494" cy="685214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799">
              <a:solidFill>
                <a:srgbClr val="FFFFFF"/>
              </a:solidFill>
            </a:endParaRPr>
          </a:p>
        </p:txBody>
      </p:sp>
      <p:pic>
        <p:nvPicPr>
          <p:cNvPr id="14" name="Oracle red badge logo" descr="Oracle logo in white on red staging backgroun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ltGray">
          <a:xfrm>
            <a:off x="531952" y="6263640"/>
            <a:ext cx="1623284" cy="594360"/>
          </a:xfrm>
          <a:prstGeom prst="rect">
            <a:avLst/>
          </a:prstGeom>
        </p:spPr>
      </p:pic>
      <p:sp>
        <p:nvSpPr>
          <p:cNvPr id="4" name="TextBox 3"/>
          <p:cNvSpPr txBox="1"/>
          <p:nvPr userDrawn="1"/>
        </p:nvSpPr>
        <p:spPr>
          <a:xfrm>
            <a:off x="3428304" y="197216"/>
            <a:ext cx="5411610" cy="6541911"/>
          </a:xfrm>
          <a:prstGeom prst="rect">
            <a:avLst/>
          </a:prstGeom>
          <a:noFill/>
        </p:spPr>
        <p:txBody>
          <a:bodyPr wrap="square" lIns="0" tIns="0" rIns="0" bIns="0" rtlCol="0">
            <a:noAutofit/>
          </a:bodyPr>
          <a:lstStyle/>
          <a:p>
            <a:pPr algn="ctr">
              <a:lnSpc>
                <a:spcPct val="90000"/>
              </a:lnSpc>
            </a:pPr>
            <a:r>
              <a:rPr lang="en-US" sz="1800" b="1">
                <a:solidFill>
                  <a:schemeClr val="bg1">
                    <a:lumMod val="65000"/>
                  </a:schemeClr>
                </a:solidFill>
              </a:rPr>
              <a:t>INTERNAL USE ONLY</a:t>
            </a: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marL="0" marR="0" lvl="0" indent="0" algn="ctr" defTabSz="914400" rtl="0" eaLnBrk="1" fontAlgn="auto" latinLnBrk="0" hangingPunct="1">
              <a:lnSpc>
                <a:spcPct val="90000"/>
              </a:lnSpc>
              <a:spcBef>
                <a:spcPts val="0"/>
              </a:spcBef>
              <a:spcAft>
                <a:spcPts val="0"/>
              </a:spcAft>
              <a:buClrTx/>
              <a:buSzTx/>
              <a:buFontTx/>
              <a:buNone/>
              <a:tabLst/>
              <a:defRPr/>
            </a:pPr>
            <a:r>
              <a:rPr lang="en-US" sz="1800" b="1">
                <a:solidFill>
                  <a:schemeClr val="bg1">
                    <a:lumMod val="65000"/>
                  </a:schemeClr>
                </a:solidFill>
              </a:rPr>
              <a:t> –</a:t>
            </a:r>
            <a:r>
              <a:rPr lang="en-US" sz="1800" b="1" baseline="0">
                <a:solidFill>
                  <a:schemeClr val="bg1">
                    <a:lumMod val="65000"/>
                  </a:schemeClr>
                </a:solidFill>
              </a:rPr>
              <a:t> </a:t>
            </a:r>
            <a:r>
              <a:rPr lang="en-US" sz="1800" b="1">
                <a:solidFill>
                  <a:schemeClr val="bg1">
                    <a:lumMod val="65000"/>
                  </a:schemeClr>
                </a:solidFill>
              </a:rPr>
              <a:t>INTERNAL USE ONLY –</a:t>
            </a:r>
            <a:r>
              <a:rPr lang="en-US" sz="1800" b="1" baseline="0">
                <a:solidFill>
                  <a:schemeClr val="bg1">
                    <a:lumMod val="65000"/>
                  </a:schemeClr>
                </a:solidFill>
              </a:rPr>
              <a:t> </a:t>
            </a:r>
          </a:p>
          <a:p>
            <a:pPr marL="0" marR="0" lvl="0" indent="0" algn="ctr" defTabSz="914400" rtl="0" eaLnBrk="1" fontAlgn="auto" latinLnBrk="0" hangingPunct="1">
              <a:lnSpc>
                <a:spcPct val="90000"/>
              </a:lnSpc>
              <a:spcBef>
                <a:spcPts val="0"/>
              </a:spcBef>
              <a:spcAft>
                <a:spcPts val="0"/>
              </a:spcAft>
              <a:buClrTx/>
              <a:buSzTx/>
              <a:buFontTx/>
              <a:buNone/>
              <a:tabLst/>
              <a:defRPr/>
            </a:pPr>
            <a:r>
              <a:rPr lang="en-US" sz="1800" b="1" baseline="0">
                <a:solidFill>
                  <a:schemeClr val="bg1">
                    <a:lumMod val="65000"/>
                  </a:schemeClr>
                </a:solidFill>
              </a:rPr>
              <a:t>C</a:t>
            </a:r>
            <a:r>
              <a:rPr lang="en-US" sz="1800" b="1">
                <a:solidFill>
                  <a:schemeClr val="bg1">
                    <a:lumMod val="65000"/>
                  </a:schemeClr>
                </a:solidFill>
              </a:rPr>
              <a:t>ontact your</a:t>
            </a:r>
            <a:r>
              <a:rPr lang="en-US" sz="1800" b="1" baseline="0">
                <a:solidFill>
                  <a:schemeClr val="bg1">
                    <a:lumMod val="65000"/>
                  </a:schemeClr>
                </a:solidFill>
              </a:rPr>
              <a:t> AD or Partner listed before referencing.</a:t>
            </a: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a:p>
            <a:pPr algn="ctr">
              <a:lnSpc>
                <a:spcPct val="90000"/>
              </a:lnSpc>
            </a:pPr>
            <a:endParaRPr lang="en-US" sz="1800" b="1">
              <a:solidFill>
                <a:schemeClr val="bg1">
                  <a:lumMod val="65000"/>
                </a:schemeClr>
              </a:solidFill>
            </a:endParaRPr>
          </a:p>
        </p:txBody>
      </p:sp>
    </p:spTree>
    <p:extLst>
      <p:ext uri="{BB962C8B-B14F-4D97-AF65-F5344CB8AC3E}">
        <p14:creationId xmlns:p14="http://schemas.microsoft.com/office/powerpoint/2010/main" val="337169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genda Slide">
  <p:cSld name="1_Agenda Slide">
    <p:spTree>
      <p:nvGrpSpPr>
        <p:cNvPr id="1" name="Shape 46"/>
        <p:cNvGrpSpPr/>
        <p:nvPr/>
      </p:nvGrpSpPr>
      <p:grpSpPr>
        <a:xfrm>
          <a:off x="0" y="0"/>
          <a:ext cx="0" cy="0"/>
          <a:chOff x="0" y="0"/>
          <a:chExt cx="0" cy="0"/>
        </a:xfrm>
      </p:grpSpPr>
      <p:pic>
        <p:nvPicPr>
          <p:cNvPr id="47" name="Google Shape;47;p7" descr="C:\Users\Admin\Desktop\Trinamix\images\shutterstock_758828467-[Converted].png"/>
          <p:cNvPicPr preferRelativeResize="0"/>
          <p:nvPr/>
        </p:nvPicPr>
        <p:blipFill rotWithShape="1">
          <a:blip r:embed="rId2">
            <a:alphaModFix/>
          </a:blip>
          <a:srcRect/>
          <a:stretch/>
        </p:blipFill>
        <p:spPr>
          <a:xfrm>
            <a:off x="1" y="0"/>
            <a:ext cx="2414954" cy="6858000"/>
          </a:xfrm>
          <a:prstGeom prst="rect">
            <a:avLst/>
          </a:prstGeom>
          <a:solidFill>
            <a:schemeClr val="accent1"/>
          </a:solidFill>
          <a:ln w="9525" cap="flat" cmpd="sng">
            <a:solidFill>
              <a:schemeClr val="accent1"/>
            </a:solidFill>
            <a:prstDash val="solid"/>
            <a:round/>
            <a:headEnd type="none" w="sm" len="sm"/>
            <a:tailEnd type="none" w="sm" len="sm"/>
          </a:ln>
        </p:spPr>
      </p:pic>
      <p:pic>
        <p:nvPicPr>
          <p:cNvPr id="48" name="Google Shape;48;p7"/>
          <p:cNvPicPr preferRelativeResize="0"/>
          <p:nvPr/>
        </p:nvPicPr>
        <p:blipFill rotWithShape="1">
          <a:blip r:embed="rId3">
            <a:alphaModFix/>
          </a:blip>
          <a:srcRect/>
          <a:stretch/>
        </p:blipFill>
        <p:spPr>
          <a:xfrm>
            <a:off x="11108415" y="128789"/>
            <a:ext cx="953589" cy="648945"/>
          </a:xfrm>
          <a:prstGeom prst="rect">
            <a:avLst/>
          </a:prstGeom>
          <a:noFill/>
          <a:ln>
            <a:noFill/>
          </a:ln>
        </p:spPr>
      </p:pic>
      <p:sp>
        <p:nvSpPr>
          <p:cNvPr id="49" name="Google Shape;49;p7"/>
          <p:cNvSpPr txBox="1">
            <a:spLocks noGrp="1"/>
          </p:cNvSpPr>
          <p:nvPr>
            <p:ph type="body" idx="1"/>
          </p:nvPr>
        </p:nvSpPr>
        <p:spPr>
          <a:xfrm>
            <a:off x="1970309" y="1253330"/>
            <a:ext cx="9861637" cy="5365183"/>
          </a:xfrm>
          <a:prstGeom prst="rect">
            <a:avLst/>
          </a:prstGeom>
          <a:noFill/>
          <a:ln>
            <a:noFill/>
          </a:ln>
        </p:spPr>
        <p:txBody>
          <a:bodyPr spcFirstLastPara="1" wrap="square" lIns="91425" tIns="45700" rIns="91425" bIns="45700" anchor="t" anchorCtr="0"/>
          <a:lstStyle>
            <a:lvl1pPr marL="457200" marR="0" lvl="0" indent="-370840" algn="l" rtl="0">
              <a:lnSpc>
                <a:spcPct val="130000"/>
              </a:lnSpc>
              <a:spcBef>
                <a:spcPts val="1000"/>
              </a:spcBef>
              <a:spcAft>
                <a:spcPts val="0"/>
              </a:spcAft>
              <a:buClr>
                <a:srgbClr val="3F3F3F"/>
              </a:buClr>
              <a:buSzPts val="2240"/>
              <a:buFont typeface="Arial"/>
              <a:buChar char="•"/>
              <a:defRPr sz="28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7"/>
          <p:cNvSpPr txBox="1">
            <a:spLocks noGrp="1"/>
          </p:cNvSpPr>
          <p:nvPr>
            <p:ph type="title"/>
          </p:nvPr>
        </p:nvSpPr>
        <p:spPr>
          <a:xfrm>
            <a:off x="2496312" y="146304"/>
            <a:ext cx="7908925" cy="969264"/>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3200"/>
              <a:buFont typeface="Calibri"/>
              <a:buNone/>
              <a:defRPr sz="32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extLst>
      <p:ext uri="{BB962C8B-B14F-4D97-AF65-F5344CB8AC3E}">
        <p14:creationId xmlns:p14="http://schemas.microsoft.com/office/powerpoint/2010/main" val="13126736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6" name="Rectangle 5"/>
          <p:cNvSpPr/>
          <p:nvPr userDrawn="1"/>
        </p:nvSpPr>
        <p:spPr>
          <a:xfrm>
            <a:off x="0" y="0"/>
            <a:ext cx="5602514" cy="6858000"/>
          </a:xfrm>
          <a:prstGeom prst="rect">
            <a:avLst/>
          </a:prstGeom>
          <a:solidFill>
            <a:srgbClr val="1AB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Users\Admin\Desktop\Trinamix\images\shutterstock_758828467-[Converted].pn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2012" b="40366"/>
          <a:stretch/>
        </p:blipFill>
        <p:spPr bwMode="auto">
          <a:xfrm>
            <a:off x="-14514" y="0"/>
            <a:ext cx="5602514"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Picture Placeholder 4"/>
          <p:cNvSpPr>
            <a:spLocks noGrp="1"/>
          </p:cNvSpPr>
          <p:nvPr>
            <p:ph type="pic" sz="quarter" idx="11"/>
          </p:nvPr>
        </p:nvSpPr>
        <p:spPr>
          <a:xfrm>
            <a:off x="5602514" y="0"/>
            <a:ext cx="6589486" cy="6858000"/>
          </a:xfrm>
        </p:spPr>
        <p:txBody>
          <a:bodyPr/>
          <a:lstStyle>
            <a:lvl1pPr marL="0" indent="0">
              <a:buNone/>
              <a:defRPr/>
            </a:lvl1pPr>
          </a:lstStyle>
          <a:p>
            <a:endParaRPr lang="en-US"/>
          </a:p>
        </p:txBody>
      </p:sp>
      <p:sp>
        <p:nvSpPr>
          <p:cNvPr id="2" name="Title 1"/>
          <p:cNvSpPr>
            <a:spLocks noGrp="1"/>
          </p:cNvSpPr>
          <p:nvPr>
            <p:ph type="title"/>
          </p:nvPr>
        </p:nvSpPr>
        <p:spPr>
          <a:xfrm>
            <a:off x="350164" y="2482170"/>
            <a:ext cx="4641850" cy="1893661"/>
          </a:xfrm>
          <a:prstGeom prst="rect">
            <a:avLst/>
          </a:prstGeom>
        </p:spPr>
        <p:txBody>
          <a:bodyPr/>
          <a:lstStyle>
            <a:lvl1pPr algn="ctr">
              <a:defRPr>
                <a:solidFill>
                  <a:schemeClr val="bg1"/>
                </a:solidFill>
                <a:latin typeface="Arial" pitchFamily="34" charset="0"/>
                <a:cs typeface="Arial" pitchFamily="34" charset="0"/>
              </a:defRPr>
            </a:lvl1pPr>
          </a:lstStyle>
          <a:p>
            <a:r>
              <a:rPr lang="en-US"/>
              <a:t>Click to edit Master title style</a:t>
            </a:r>
          </a:p>
        </p:txBody>
      </p:sp>
      <p:sp>
        <p:nvSpPr>
          <p:cNvPr id="7" name="Isosceles Triangle 6"/>
          <p:cNvSpPr/>
          <p:nvPr userDrawn="1"/>
        </p:nvSpPr>
        <p:spPr>
          <a:xfrm rot="16200000" flipH="1">
            <a:off x="4964498" y="3190111"/>
            <a:ext cx="827281" cy="477779"/>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2701" y="128789"/>
            <a:ext cx="953589" cy="648945"/>
          </a:xfrm>
          <a:prstGeom prst="rect">
            <a:avLst/>
          </a:prstGeom>
        </p:spPr>
      </p:pic>
    </p:spTree>
    <p:extLst>
      <p:ext uri="{BB962C8B-B14F-4D97-AF65-F5344CB8AC3E}">
        <p14:creationId xmlns:p14="http://schemas.microsoft.com/office/powerpoint/2010/main" val="230438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a:stretch>
            <a:fillRect/>
          </a:stretch>
        </p:blipFill>
        <p:spPr>
          <a:xfrm>
            <a:off x="0" y="6507514"/>
            <a:ext cx="12192000" cy="350521"/>
          </a:xfrm>
          <a:prstGeom prst="rect">
            <a:avLst/>
          </a:prstGeom>
        </p:spPr>
      </p:pic>
      <p:sp>
        <p:nvSpPr>
          <p:cNvPr id="7" name="Rectangle 6"/>
          <p:cNvSpPr/>
          <p:nvPr userDrawn="1"/>
        </p:nvSpPr>
        <p:spPr>
          <a:xfrm>
            <a:off x="0" y="31"/>
            <a:ext cx="12192000" cy="1228337"/>
          </a:xfrm>
          <a:prstGeom prst="rect">
            <a:avLst/>
          </a:prstGeom>
          <a:solidFill>
            <a:srgbClr val="102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US" sz="2160"/>
          </a:p>
        </p:txBody>
      </p:sp>
      <p:sp>
        <p:nvSpPr>
          <p:cNvPr id="2" name="Title 1"/>
          <p:cNvSpPr>
            <a:spLocks noGrp="1"/>
          </p:cNvSpPr>
          <p:nvPr>
            <p:ph type="title"/>
          </p:nvPr>
        </p:nvSpPr>
        <p:spPr>
          <a:xfrm>
            <a:off x="220133" y="203653"/>
            <a:ext cx="9482667" cy="837773"/>
          </a:xfrm>
        </p:spPr>
        <p:txBody>
          <a:bodyPr>
            <a:normAutofit/>
          </a:bodyPr>
          <a:lstStyle>
            <a:lvl1pPr algn="l">
              <a:defRPr sz="4800">
                <a:solidFill>
                  <a:srgbClr val="FFFFFF"/>
                </a:solidFill>
                <a:latin typeface="Helvetica Neue"/>
                <a:cs typeface="Helvetica Neue"/>
              </a:defRPr>
            </a:lvl1pPr>
          </a:lstStyle>
          <a:p>
            <a:r>
              <a:rPr lang="en-US"/>
              <a:t>Click to edit Master title style</a:t>
            </a:r>
          </a:p>
        </p:txBody>
      </p:sp>
      <p:sp>
        <p:nvSpPr>
          <p:cNvPr id="4" name="Date Placeholder 3"/>
          <p:cNvSpPr>
            <a:spLocks noGrp="1"/>
          </p:cNvSpPr>
          <p:nvPr>
            <p:ph type="dt" sz="half" idx="10"/>
          </p:nvPr>
        </p:nvSpPr>
        <p:spPr/>
        <p:txBody>
          <a:bodyPr/>
          <a:lstStyle/>
          <a:p>
            <a:fld id="{F006B257-4E51-074E-BCB2-02E55424099A}" type="datetimeFigureOut">
              <a:rPr lang="en-US" smtClean="0"/>
              <a:t>5/10/2025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DF9573-9269-E14A-B5BB-CA88B1B13468}" type="slidenum">
              <a:rPr lang="en-US" smtClean="0"/>
              <a:t>‹#›</a:t>
            </a:fld>
            <a:endParaRPr lang="en-US"/>
          </a:p>
        </p:txBody>
      </p:sp>
      <p:pic>
        <p:nvPicPr>
          <p:cNvPr id="8" name="Picture 7" descr="Logo_white.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115304" y="-72580"/>
            <a:ext cx="3246027" cy="1448864"/>
          </a:xfrm>
          <a:prstGeom prst="rect">
            <a:avLst/>
          </a:prstGeom>
        </p:spPr>
      </p:pic>
    </p:spTree>
    <p:extLst>
      <p:ext uri="{BB962C8B-B14F-4D97-AF65-F5344CB8AC3E}">
        <p14:creationId xmlns:p14="http://schemas.microsoft.com/office/powerpoint/2010/main" val="8376843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861" y="1556966"/>
            <a:ext cx="10769600" cy="2998788"/>
          </a:xfrm>
        </p:spPr>
        <p:txBody>
          <a:bodyPr/>
          <a:lstStyle>
            <a:lvl1pPr>
              <a:defRPr>
                <a:solidFill>
                  <a:srgbClr val="343434"/>
                </a:solidFill>
                <a:uFillTx/>
                <a:latin typeface="Calibri Light" panose="020F0302020204030204" pitchFamily="34" charset="0"/>
              </a:defRPr>
            </a:lvl1pPr>
            <a:lvl2pPr>
              <a:defRPr>
                <a:solidFill>
                  <a:srgbClr val="343434"/>
                </a:solidFill>
                <a:uFillTx/>
                <a:latin typeface="Calibri Light" panose="020F0302020204030204" pitchFamily="34" charset="0"/>
              </a:defRPr>
            </a:lvl2pPr>
            <a:lvl3pPr>
              <a:defRPr>
                <a:solidFill>
                  <a:srgbClr val="343434"/>
                </a:solidFill>
                <a:uFillTx/>
                <a:latin typeface="Calibri Light" panose="020F0302020204030204" pitchFamily="34" charset="0"/>
              </a:defRPr>
            </a:lvl3pPr>
            <a:lvl4pPr>
              <a:defRPr>
                <a:solidFill>
                  <a:srgbClr val="343434"/>
                </a:solidFill>
                <a:uFillTx/>
                <a:latin typeface="Calibri Light" panose="020F0302020204030204" pitchFamily="34" charset="0"/>
              </a:defRPr>
            </a:lvl4pPr>
            <a:lvl5pPr>
              <a:defRPr>
                <a:solidFill>
                  <a:srgbClr val="343434"/>
                </a:solidFill>
                <a:uFillTx/>
                <a:latin typeface="Calibri Light" panose="020F0302020204030204" pitchFamily="34" charset="0"/>
              </a:defRPr>
            </a:lvl5pPr>
          </a:lstStyle>
          <a:p>
            <a:pPr lvl="0"/>
            <a:r>
              <a:rPr lang="en-US">
                <a:uFillTx/>
              </a:rPr>
              <a:t>Click to edit Master text styles</a:t>
            </a:r>
          </a:p>
          <a:p>
            <a:pPr lvl="1"/>
            <a:r>
              <a:rPr lang="en-US">
                <a:uFillTx/>
              </a:rPr>
              <a:t>Second level</a:t>
            </a:r>
          </a:p>
          <a:p>
            <a:pPr lvl="2"/>
            <a:r>
              <a:rPr lang="en-US">
                <a:uFillTx/>
              </a:rPr>
              <a:t>Third level</a:t>
            </a:r>
          </a:p>
          <a:p>
            <a:pPr lvl="3"/>
            <a:r>
              <a:rPr lang="en-US">
                <a:uFillTx/>
              </a:rPr>
              <a:t>Fourth level</a:t>
            </a:r>
          </a:p>
          <a:p>
            <a:pPr lvl="4"/>
            <a:r>
              <a:rPr lang="en-US">
                <a:uFillTx/>
              </a:rPr>
              <a:t>Fifth level</a:t>
            </a:r>
          </a:p>
        </p:txBody>
      </p:sp>
      <p:sp>
        <p:nvSpPr>
          <p:cNvPr id="7" name="Rectangle 23">
            <a:extLst>
              <a:ext uri="{FF2B5EF4-FFF2-40B4-BE49-F238E27FC236}">
                <a16:creationId xmlns:a16="http://schemas.microsoft.com/office/drawing/2014/main" id="{A70B1113-E639-4179-95DB-9C0288417F54}"/>
              </a:ext>
            </a:extLst>
          </p:cNvPr>
          <p:cNvSpPr>
            <a:spLocks noGrp="1" noChangeArrowheads="1"/>
          </p:cNvSpPr>
          <p:nvPr>
            <p:ph type="sldNum" sz="quarter" idx="4"/>
          </p:nvPr>
        </p:nvSpPr>
        <p:spPr bwMode="auto">
          <a:xfrm>
            <a:off x="10595896" y="6529388"/>
            <a:ext cx="1268413" cy="228600"/>
          </a:xfrm>
          <a:prstGeom prst="rect">
            <a:avLst/>
          </a:prstGeom>
          <a:ln>
            <a:miter lim="800000"/>
          </a:ln>
        </p:spPr>
        <p:txBody>
          <a:bodyPr vert="horz" wrap="square" lIns="91440" tIns="45720" rIns="91440" bIns="45720" numCol="1" anchor="t" anchorCtr="0" compatLnSpc="1">
            <a:prstTxWarp prst="textNoShape">
              <a:avLst/>
            </a:prstTxWarp>
          </a:bodyPr>
          <a:lstStyle>
            <a:lvl1pPr algn="r">
              <a:defRPr sz="900" baseline="0" smtClean="0">
                <a:solidFill>
                  <a:srgbClr val="BA8067"/>
                </a:solidFill>
                <a:uFillTx/>
                <a:latin typeface="Interstate-Light" pitchFamily="1" charset="0"/>
                <a:ea typeface="ヒラギノ角ゴ Pro W3" pitchFamily="1" charset="-128"/>
              </a:defRPr>
            </a:lvl1pPr>
          </a:lstStyle>
          <a:p>
            <a:pPr eaLnBrk="0" fontAlgn="base" hangingPunct="0">
              <a:spcBef>
                <a:spcPct val="0"/>
              </a:spcBef>
              <a:spcAft>
                <a:spcPct val="0"/>
              </a:spcAft>
              <a:defRPr>
                <a:uFillTx/>
              </a:defRPr>
            </a:pPr>
            <a:fld id="{D83CB798-F846-4093-A559-A41237806DBC}" type="slidenum">
              <a:rPr lang="en-US" altLang="en-US"/>
              <a:pPr eaLnBrk="0" fontAlgn="base" hangingPunct="0">
                <a:spcBef>
                  <a:spcPct val="0"/>
                </a:spcBef>
                <a:spcAft>
                  <a:spcPct val="0"/>
                </a:spcAft>
                <a:defRPr>
                  <a:uFillTx/>
                </a:defRPr>
              </a:pPr>
              <a:t>‹#›</a:t>
            </a:fld>
            <a:endParaRPr lang="en-US" altLang="en-US"/>
          </a:p>
        </p:txBody>
      </p:sp>
    </p:spTree>
    <p:extLst>
      <p:ext uri="{BB962C8B-B14F-4D97-AF65-F5344CB8AC3E}">
        <p14:creationId xmlns:p14="http://schemas.microsoft.com/office/powerpoint/2010/main" val="373520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Plain">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85971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isc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7A6B-60FA-4A33-982C-33C230F6D48A}"/>
              </a:ext>
            </a:extLst>
          </p:cNvPr>
          <p:cNvSpPr>
            <a:spLocks noGrp="1"/>
          </p:cNvSpPr>
          <p:nvPr>
            <p:ph type="title"/>
          </p:nvPr>
        </p:nvSpPr>
        <p:spPr>
          <a:xfrm>
            <a:off x="537949" y="365123"/>
            <a:ext cx="6749956" cy="562377"/>
          </a:xfrm>
          <a:prstGeom prst="rect">
            <a:avLst/>
          </a:prstGeom>
        </p:spPr>
        <p:txBody>
          <a:bodyPr/>
          <a:lstStyle>
            <a:lvl1pPr algn="l">
              <a:defRPr sz="2200">
                <a:solidFill>
                  <a:schemeClr val="tx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9C3434BF-15B8-4A06-A296-85C0370AFF23}"/>
              </a:ext>
            </a:extLst>
          </p:cNvPr>
          <p:cNvSpPr>
            <a:spLocks noGrp="1"/>
          </p:cNvSpPr>
          <p:nvPr>
            <p:ph type="sldNum" sz="quarter" idx="10"/>
          </p:nvPr>
        </p:nvSpPr>
        <p:spPr/>
        <p:txBody>
          <a:bodyPr/>
          <a:lstStyle/>
          <a:p>
            <a:fld id="{A4F6D1A6-A023-BD46-A6AB-295C538AE2FB}" type="slidenum">
              <a:rPr lang="en-US" smtClean="0"/>
              <a:pPr/>
              <a:t>‹#›</a:t>
            </a:fld>
            <a:endParaRPr lang="en-US"/>
          </a:p>
        </p:txBody>
      </p:sp>
      <p:sp>
        <p:nvSpPr>
          <p:cNvPr id="4" name="Footer Placeholder 3">
            <a:extLst>
              <a:ext uri="{FF2B5EF4-FFF2-40B4-BE49-F238E27FC236}">
                <a16:creationId xmlns:a16="http://schemas.microsoft.com/office/drawing/2014/main" id="{4007E6C2-6959-4582-BDD4-09EC301ECA0D}"/>
              </a:ext>
            </a:extLst>
          </p:cNvPr>
          <p:cNvSpPr>
            <a:spLocks noGrp="1"/>
          </p:cNvSpPr>
          <p:nvPr>
            <p:ph type="ftr" sz="quarter" idx="11"/>
          </p:nvPr>
        </p:nvSpPr>
        <p:spPr/>
        <p:txBody>
          <a:bodyPr/>
          <a:lstStyle/>
          <a:p>
            <a:r>
              <a:rPr lang="en-US" sz="800">
                <a:solidFill>
                  <a:prstClr val="white">
                    <a:lumMod val="50000"/>
                  </a:prstClr>
                </a:solidFill>
              </a:rPr>
              <a:t>© 2020 Oracle, Trinamix, &amp; Cisco Confidential </a:t>
            </a:r>
            <a:endParaRPr lang="en-GB" sz="800">
              <a:solidFill>
                <a:prstClr val="white">
                  <a:lumMod val="50000"/>
                </a:prstClr>
              </a:solidFill>
            </a:endParaRPr>
          </a:p>
        </p:txBody>
      </p:sp>
      <p:sp>
        <p:nvSpPr>
          <p:cNvPr id="5" name="Rectangle 4">
            <a:extLst>
              <a:ext uri="{FF2B5EF4-FFF2-40B4-BE49-F238E27FC236}">
                <a16:creationId xmlns:a16="http://schemas.microsoft.com/office/drawing/2014/main" id="{4616EF0D-036A-453B-9A83-9FF1A1BF4701}"/>
              </a:ext>
            </a:extLst>
          </p:cNvPr>
          <p:cNvSpPr/>
          <p:nvPr userDrawn="1"/>
        </p:nvSpPr>
        <p:spPr>
          <a:xfrm>
            <a:off x="0" y="173862"/>
            <a:ext cx="1371600" cy="27432"/>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35911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Only Title Text">
    <p:spTree>
      <p:nvGrpSpPr>
        <p:cNvPr id="1" name=""/>
        <p:cNvGrpSpPr/>
        <p:nvPr/>
      </p:nvGrpSpPr>
      <p:grpSpPr>
        <a:xfrm>
          <a:off x="0" y="0"/>
          <a:ext cx="0" cy="0"/>
          <a:chOff x="0" y="0"/>
          <a:chExt cx="0" cy="0"/>
        </a:xfrm>
      </p:grpSpPr>
      <p:sp>
        <p:nvSpPr>
          <p:cNvPr id="6" name="Title 7">
            <a:extLst>
              <a:ext uri="{FF2B5EF4-FFF2-40B4-BE49-F238E27FC236}">
                <a16:creationId xmlns:a16="http://schemas.microsoft.com/office/drawing/2014/main" id="{DD91FD07-E25C-460A-A56A-391037BAC151}"/>
              </a:ext>
            </a:extLst>
          </p:cNvPr>
          <p:cNvSpPr>
            <a:spLocks noGrp="1"/>
          </p:cNvSpPr>
          <p:nvPr>
            <p:ph type="title" hasCustomPrompt="1"/>
          </p:nvPr>
        </p:nvSpPr>
        <p:spPr>
          <a:xfrm>
            <a:off x="584200" y="380941"/>
            <a:ext cx="6051061" cy="590931"/>
          </a:xfrm>
          <a:prstGeom prst="rect">
            <a:avLst/>
          </a:prstGeom>
          <a:noFill/>
        </p:spPr>
        <p:txBody>
          <a:bodyPr wrap="square" rtlCol="0">
            <a:spAutoFit/>
          </a:bodyPr>
          <a:lstStyle>
            <a:lvl1pPr>
              <a:defRPr lang="uk-UA" sz="3600" b="0">
                <a:solidFill>
                  <a:srgbClr val="424249"/>
                </a:solidFill>
                <a:latin typeface="+mj-lt"/>
                <a:ea typeface="Roboto Condensed" panose="02000000000000000000" pitchFamily="2" charset="0"/>
                <a:cs typeface="+mn-cs"/>
              </a:defRPr>
            </a:lvl1pPr>
          </a:lstStyle>
          <a:p>
            <a:pPr marL="0" lvl="0"/>
            <a:r>
              <a:rPr lang="en-US"/>
              <a:t>Click to edit master title style</a:t>
            </a:r>
            <a:endParaRPr lang="uk-UA"/>
          </a:p>
        </p:txBody>
      </p:sp>
      <p:cxnSp>
        <p:nvCxnSpPr>
          <p:cNvPr id="3" name="Straight Connector 2">
            <a:extLst>
              <a:ext uri="{FF2B5EF4-FFF2-40B4-BE49-F238E27FC236}">
                <a16:creationId xmlns:a16="http://schemas.microsoft.com/office/drawing/2014/main" id="{90970778-1398-4F3F-9BE7-C35F53D31E1F}"/>
              </a:ext>
            </a:extLst>
          </p:cNvPr>
          <p:cNvCxnSpPr/>
          <p:nvPr/>
        </p:nvCxnSpPr>
        <p:spPr>
          <a:xfrm>
            <a:off x="469900" y="279341"/>
            <a:ext cx="0" cy="685800"/>
          </a:xfrm>
          <a:prstGeom prst="line">
            <a:avLst/>
          </a:prstGeom>
          <a:ln w="63500" cap="rnd">
            <a:solidFill>
              <a:srgbClr val="CD2927"/>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3109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14" name="Flowchart: Terminator 13"/>
          <p:cNvSpPr/>
          <p:nvPr userDrawn="1"/>
        </p:nvSpPr>
        <p:spPr>
          <a:xfrm rot="5400000">
            <a:off x="-51130" y="62691"/>
            <a:ext cx="1130960" cy="60960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 fmla="*/ 3475 w 19035"/>
              <a:gd name="connsiteY0" fmla="*/ 0 h 21600"/>
              <a:gd name="connsiteX1" fmla="*/ 18125 w 19035"/>
              <a:gd name="connsiteY1" fmla="*/ 0 h 21600"/>
              <a:gd name="connsiteX2" fmla="*/ 18334 w 19035"/>
              <a:gd name="connsiteY2" fmla="*/ 10800 h 21600"/>
              <a:gd name="connsiteX3" fmla="*/ 18125 w 19035"/>
              <a:gd name="connsiteY3" fmla="*/ 21600 h 21600"/>
              <a:gd name="connsiteX4" fmla="*/ 3475 w 19035"/>
              <a:gd name="connsiteY4" fmla="*/ 21600 h 21600"/>
              <a:gd name="connsiteX5" fmla="*/ 0 w 19035"/>
              <a:gd name="connsiteY5" fmla="*/ 10800 h 21600"/>
              <a:gd name="connsiteX6" fmla="*/ 3475 w 19035"/>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911 w 16471"/>
              <a:gd name="connsiteY0" fmla="*/ 0 h 21600"/>
              <a:gd name="connsiteX1" fmla="*/ 15561 w 16471"/>
              <a:gd name="connsiteY1" fmla="*/ 0 h 21600"/>
              <a:gd name="connsiteX2" fmla="*/ 15770 w 16471"/>
              <a:gd name="connsiteY2" fmla="*/ 10800 h 21600"/>
              <a:gd name="connsiteX3" fmla="*/ 15561 w 16471"/>
              <a:gd name="connsiteY3" fmla="*/ 21600 h 21600"/>
              <a:gd name="connsiteX4" fmla="*/ 911 w 16471"/>
              <a:gd name="connsiteY4" fmla="*/ 21600 h 21600"/>
              <a:gd name="connsiteX5" fmla="*/ 702 w 16471"/>
              <a:gd name="connsiteY5" fmla="*/ 10800 h 21600"/>
              <a:gd name="connsiteX6" fmla="*/ 911 w 16471"/>
              <a:gd name="connsiteY6" fmla="*/ 0 h 21600"/>
              <a:gd name="connsiteX0" fmla="*/ 415 w 15975"/>
              <a:gd name="connsiteY0" fmla="*/ 0 h 21600"/>
              <a:gd name="connsiteX1" fmla="*/ 15065 w 15975"/>
              <a:gd name="connsiteY1" fmla="*/ 0 h 21600"/>
              <a:gd name="connsiteX2" fmla="*/ 15274 w 15975"/>
              <a:gd name="connsiteY2" fmla="*/ 10800 h 21600"/>
              <a:gd name="connsiteX3" fmla="*/ 15065 w 15975"/>
              <a:gd name="connsiteY3" fmla="*/ 21600 h 21600"/>
              <a:gd name="connsiteX4" fmla="*/ 415 w 15975"/>
              <a:gd name="connsiteY4" fmla="*/ 21600 h 21600"/>
              <a:gd name="connsiteX5" fmla="*/ 3857 w 15975"/>
              <a:gd name="connsiteY5" fmla="*/ 10800 h 21600"/>
              <a:gd name="connsiteX6" fmla="*/ 415 w 15975"/>
              <a:gd name="connsiteY6" fmla="*/ 0 h 21600"/>
              <a:gd name="connsiteX0" fmla="*/ 728 w 16288"/>
              <a:gd name="connsiteY0" fmla="*/ 0 h 21600"/>
              <a:gd name="connsiteX1" fmla="*/ 15378 w 16288"/>
              <a:gd name="connsiteY1" fmla="*/ 0 h 21600"/>
              <a:gd name="connsiteX2" fmla="*/ 15587 w 16288"/>
              <a:gd name="connsiteY2" fmla="*/ 10800 h 21600"/>
              <a:gd name="connsiteX3" fmla="*/ 15378 w 16288"/>
              <a:gd name="connsiteY3" fmla="*/ 21600 h 21600"/>
              <a:gd name="connsiteX4" fmla="*/ 728 w 16288"/>
              <a:gd name="connsiteY4" fmla="*/ 21600 h 21600"/>
              <a:gd name="connsiteX5" fmla="*/ 1288 w 16288"/>
              <a:gd name="connsiteY5" fmla="*/ 10800 h 21600"/>
              <a:gd name="connsiteX6" fmla="*/ 728 w 16288"/>
              <a:gd name="connsiteY6" fmla="*/ 0 h 21600"/>
              <a:gd name="connsiteX0" fmla="*/ 809 w 16369"/>
              <a:gd name="connsiteY0" fmla="*/ 0 h 21600"/>
              <a:gd name="connsiteX1" fmla="*/ 15459 w 16369"/>
              <a:gd name="connsiteY1" fmla="*/ 0 h 21600"/>
              <a:gd name="connsiteX2" fmla="*/ 15668 w 16369"/>
              <a:gd name="connsiteY2" fmla="*/ 10800 h 21600"/>
              <a:gd name="connsiteX3" fmla="*/ 15459 w 16369"/>
              <a:gd name="connsiteY3" fmla="*/ 21600 h 21600"/>
              <a:gd name="connsiteX4" fmla="*/ 809 w 16369"/>
              <a:gd name="connsiteY4" fmla="*/ 21600 h 21600"/>
              <a:gd name="connsiteX5" fmla="*/ 985 w 16369"/>
              <a:gd name="connsiteY5" fmla="*/ 10800 h 21600"/>
              <a:gd name="connsiteX6" fmla="*/ 809 w 16369"/>
              <a:gd name="connsiteY6" fmla="*/ 0 h 21600"/>
              <a:gd name="connsiteX0" fmla="*/ 1313 w 16873"/>
              <a:gd name="connsiteY0" fmla="*/ 0 h 21600"/>
              <a:gd name="connsiteX1" fmla="*/ 15963 w 16873"/>
              <a:gd name="connsiteY1" fmla="*/ 0 h 21600"/>
              <a:gd name="connsiteX2" fmla="*/ 16172 w 16873"/>
              <a:gd name="connsiteY2" fmla="*/ 10800 h 21600"/>
              <a:gd name="connsiteX3" fmla="*/ 15963 w 16873"/>
              <a:gd name="connsiteY3" fmla="*/ 21600 h 21600"/>
              <a:gd name="connsiteX4" fmla="*/ 1313 w 16873"/>
              <a:gd name="connsiteY4" fmla="*/ 21600 h 21600"/>
              <a:gd name="connsiteX5" fmla="*/ 144 w 16873"/>
              <a:gd name="connsiteY5" fmla="*/ 11256 h 21600"/>
              <a:gd name="connsiteX6" fmla="*/ 1313 w 16873"/>
              <a:gd name="connsiteY6"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73" h="21600">
                <a:moveTo>
                  <a:pt x="1313" y="0"/>
                </a:moveTo>
                <a:lnTo>
                  <a:pt x="15963" y="0"/>
                </a:lnTo>
                <a:cubicBezTo>
                  <a:pt x="17882" y="0"/>
                  <a:pt x="16172" y="4835"/>
                  <a:pt x="16172" y="10800"/>
                </a:cubicBezTo>
                <a:cubicBezTo>
                  <a:pt x="16172" y="16765"/>
                  <a:pt x="17882" y="21600"/>
                  <a:pt x="15963" y="21600"/>
                </a:cubicBezTo>
                <a:lnTo>
                  <a:pt x="1313" y="21600"/>
                </a:lnTo>
                <a:cubicBezTo>
                  <a:pt x="-606" y="21600"/>
                  <a:pt x="144" y="17221"/>
                  <a:pt x="144" y="11256"/>
                </a:cubicBezTo>
                <a:cubicBezTo>
                  <a:pt x="144" y="5291"/>
                  <a:pt x="-606" y="0"/>
                  <a:pt x="1313" y="0"/>
                </a:cubicBezTo>
                <a:close/>
              </a:path>
            </a:pathLst>
          </a:custGeom>
          <a:solidFill>
            <a:srgbClr val="1AB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prstClr val="white"/>
              </a:solidFill>
            </a:endParaRPr>
          </a:p>
        </p:txBody>
      </p:sp>
      <p:sp>
        <p:nvSpPr>
          <p:cNvPr id="7" name="Text Placeholder 6"/>
          <p:cNvSpPr>
            <a:spLocks noGrp="1"/>
          </p:cNvSpPr>
          <p:nvPr>
            <p:ph type="body" sz="quarter" idx="10" hasCustomPrompt="1"/>
          </p:nvPr>
        </p:nvSpPr>
        <p:spPr>
          <a:xfrm>
            <a:off x="971550" y="171450"/>
            <a:ext cx="10229850" cy="838200"/>
          </a:xfrm>
        </p:spPr>
        <p:txBody>
          <a:bodyPr>
            <a:normAutofit/>
          </a:bodyPr>
          <a:lstStyle>
            <a:lvl1pPr marL="0" indent="0">
              <a:buNone/>
              <a:defRPr sz="3600" baseline="0"/>
            </a:lvl1pPr>
          </a:lstStyle>
          <a:p>
            <a:pPr lvl="0"/>
            <a:r>
              <a:rPr lang="en-US"/>
              <a:t>Title Slide</a:t>
            </a:r>
            <a:endParaRPr lang="en-GB"/>
          </a:p>
        </p:txBody>
      </p:sp>
      <p:pic>
        <p:nvPicPr>
          <p:cNvPr id="26" name="Picture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08415" y="128789"/>
            <a:ext cx="953589" cy="648945"/>
          </a:xfrm>
          <a:prstGeom prst="rect">
            <a:avLst/>
          </a:prstGeom>
        </p:spPr>
      </p:pic>
      <p:pic>
        <p:nvPicPr>
          <p:cNvPr id="27" name="Picture 2" descr="C:\Users\Admin\Desktop\Trinamix\images\shutterstock_758828467-[Converted].png"/>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48597" t="52644" r="2158" b="11738"/>
          <a:stretch/>
        </p:blipFill>
        <p:spPr bwMode="auto">
          <a:xfrm rot="10800000">
            <a:off x="10401300" y="4784559"/>
            <a:ext cx="1790700" cy="2073440"/>
          </a:xfrm>
          <a:prstGeom prst="rect">
            <a:avLst/>
          </a:prstGeom>
          <a:noFill/>
        </p:spPr>
      </p:pic>
      <p:pic>
        <p:nvPicPr>
          <p:cNvPr id="28" name="Picture 2" descr="C:\Users\Admin\Desktop\Trinamix\images\shutterstock_758828467-[Converted].png"/>
          <p:cNvPicPr>
            <a:picLocks noChangeAspect="1" noChangeArrowheads="1"/>
          </p:cNvPicPr>
          <p:nvPr userDrawn="1"/>
        </p:nvPicPr>
        <p:blipFill rotWithShape="1">
          <a:blip r:embed="rId3" cstate="print">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48597" t="64752" r="10540" b="11738"/>
          <a:stretch/>
        </p:blipFill>
        <p:spPr bwMode="auto">
          <a:xfrm rot="10800000">
            <a:off x="-38100" y="5508458"/>
            <a:ext cx="1485900" cy="1368591"/>
          </a:xfrm>
          <a:prstGeom prst="rect">
            <a:avLst/>
          </a:prstGeom>
          <a:noFill/>
        </p:spPr>
      </p:pic>
    </p:spTree>
    <p:extLst>
      <p:ext uri="{BB962C8B-B14F-4D97-AF65-F5344CB8AC3E}">
        <p14:creationId xmlns:p14="http://schemas.microsoft.com/office/powerpoint/2010/main" val="3012830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8F0396-9C7D-468F-908F-2B2A0639C2C2}" type="slidenum">
              <a:rPr lang="en-GB" smtClean="0"/>
              <a:t>‹#›</a:t>
            </a:fld>
            <a:endParaRPr lang="en-GB"/>
          </a:p>
        </p:txBody>
      </p:sp>
    </p:spTree>
    <p:extLst>
      <p:ext uri="{BB962C8B-B14F-4D97-AF65-F5344CB8AC3E}">
        <p14:creationId xmlns:p14="http://schemas.microsoft.com/office/powerpoint/2010/main" val="2594615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9" r:id="rId8"/>
    <p:sldLayoutId id="2147483670" r:id="rId9"/>
    <p:sldLayoutId id="2147483671" r:id="rId10"/>
    <p:sldLayoutId id="2147483672" r:id="rId11"/>
    <p:sldLayoutId id="2147483673" r:id="rId12"/>
    <p:sldLayoutId id="2147483674" r:id="rId13"/>
    <p:sldLayoutId id="2147483676" r:id="rId14"/>
    <p:sldLayoutId id="2147483677" r:id="rId15"/>
    <p:sldLayoutId id="2147483679" r:id="rId16"/>
    <p:sldLayoutId id="2147483680" r:id="rId17"/>
    <p:sldLayoutId id="2147483682" r:id="rId18"/>
    <p:sldLayoutId id="2147483683"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8B1742A-510C-75DE-83EA-B8409D9349B6}"/>
              </a:ext>
            </a:extLst>
          </p:cNvPr>
          <p:cNvSpPr>
            <a:spLocks noGrp="1" noChangeArrowheads="1"/>
          </p:cNvSpPr>
          <p:nvPr>
            <p:ph type="body" sz="quarter" idx="11"/>
          </p:nvPr>
        </p:nvSpPr>
        <p:spPr bwMode="auto">
          <a:xfrm>
            <a:off x="892630" y="932654"/>
            <a:ext cx="10760964" cy="5546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v"/>
            </a:pPr>
            <a:r>
              <a:rPr lang="en-IN" sz="2800" b="1" dirty="0">
                <a:latin typeface="+mn-lt"/>
              </a:rPr>
              <a:t>Issues: </a:t>
            </a:r>
            <a:r>
              <a:rPr lang="en-IN" sz="1800" dirty="0">
                <a:latin typeface="+mn-lt"/>
              </a:rPr>
              <a:t>In the current scenario, where the planning engine runs daily, users receive separate reports for each entity. This requires them to open multiple emails to identify issues and take the necessary actions, which can be time-consuming and inefficient.</a:t>
            </a:r>
          </a:p>
          <a:p>
            <a:pPr>
              <a:buFont typeface="Wingdings" panose="05000000000000000000" pitchFamily="2" charset="2"/>
              <a:buChar char="v"/>
            </a:pPr>
            <a:r>
              <a:rPr lang="en-IN" sz="2800" b="1" dirty="0">
                <a:latin typeface="+mn-lt"/>
              </a:rPr>
              <a:t>Process Implemented: </a:t>
            </a:r>
            <a:r>
              <a:rPr lang="en-IN" sz="1800" dirty="0">
                <a:latin typeface="+mn-lt"/>
              </a:rPr>
              <a:t>In the newly implemented process, all errors are consolidated into a single email accompanied by an error summary. This streamlines the process, reducing the need to track each step individually, which can be a challenging and time-consuming task, as shown in the diagram below.</a:t>
            </a:r>
          </a:p>
          <a:p>
            <a:pPr>
              <a:lnSpc>
                <a:spcPct val="107000"/>
              </a:lnSpc>
              <a:spcAft>
                <a:spcPts val="800"/>
              </a:spcAft>
              <a:buFont typeface="Wingdings" panose="05000000000000000000" pitchFamily="2" charset="2"/>
              <a:buChar char="q"/>
            </a:pPr>
            <a:r>
              <a:rPr lang="en-IN" sz="2800" b="1" dirty="0">
                <a:latin typeface="+mn-lt"/>
              </a:rPr>
              <a:t>Features of the Consolidated Report:</a:t>
            </a:r>
          </a:p>
          <a:p>
            <a:pPr lvl="0">
              <a:lnSpc>
                <a:spcPct val="107000"/>
              </a:lnSpc>
              <a:spcAft>
                <a:spcPts val="800"/>
              </a:spcAft>
              <a:buFont typeface="Wingdings" panose="05000000000000000000" pitchFamily="2"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a:t>
            </a:r>
            <a:r>
              <a:rPr lang="en-IN" sz="1800" b="1" dirty="0">
                <a:latin typeface="+mn-lt"/>
              </a:rPr>
              <a:t>racking</a:t>
            </a:r>
            <a:r>
              <a:rPr lang="en-IN" sz="1800" dirty="0">
                <a:latin typeface="+mn-lt"/>
              </a:rPr>
              <a:t>: Monitors the loading of flat files and the collection job set.</a:t>
            </a:r>
          </a:p>
          <a:p>
            <a:pPr lvl="0">
              <a:lnSpc>
                <a:spcPct val="107000"/>
              </a:lnSpc>
              <a:spcAft>
                <a:spcPts val="800"/>
              </a:spcAft>
              <a:buFont typeface="Wingdings" panose="05000000000000000000" pitchFamily="2" charset="2"/>
              <a:buChar char="§"/>
              <a:tabLst>
                <a:tab pos="457200" algn="l"/>
              </a:tabLst>
            </a:pPr>
            <a:r>
              <a:rPr lang="en-IN" sz="1800" b="1" dirty="0">
                <a:latin typeface="+mn-lt"/>
              </a:rPr>
              <a:t>Refresh Count</a:t>
            </a:r>
            <a:r>
              <a:rPr lang="en-IN" sz="1800" dirty="0">
                <a:latin typeface="+mn-lt"/>
              </a:rPr>
              <a:t>: Displays the number of collection refreshes.</a:t>
            </a:r>
          </a:p>
          <a:p>
            <a:pPr lvl="0">
              <a:lnSpc>
                <a:spcPct val="107000"/>
              </a:lnSpc>
              <a:spcAft>
                <a:spcPts val="800"/>
              </a:spcAft>
              <a:buFont typeface="Wingdings" panose="05000000000000000000" pitchFamily="2" charset="2"/>
              <a:buChar char="§"/>
              <a:tabLst>
                <a:tab pos="457200" algn="l"/>
              </a:tabLst>
            </a:pPr>
            <a:r>
              <a:rPr lang="en-IN" sz="1800" b="1" dirty="0">
                <a:latin typeface="+mn-lt"/>
              </a:rPr>
              <a:t>Data Metrics</a:t>
            </a:r>
            <a:r>
              <a:rPr lang="en-IN" sz="1800" dirty="0">
                <a:latin typeface="+mn-lt"/>
              </a:rPr>
              <a:t>: Includes input count, merged count, and error count.</a:t>
            </a:r>
          </a:p>
          <a:p>
            <a:pPr lvl="0">
              <a:lnSpc>
                <a:spcPct val="107000"/>
              </a:lnSpc>
              <a:spcAft>
                <a:spcPts val="800"/>
              </a:spcAft>
              <a:buFont typeface="Wingdings" panose="05000000000000000000" pitchFamily="2" charset="2"/>
              <a:buChar char="§"/>
              <a:tabLst>
                <a:tab pos="457200" algn="l"/>
              </a:tabLst>
            </a:pPr>
            <a:r>
              <a:rPr lang="en-IN" sz="1800" b="1" dirty="0">
                <a:latin typeface="+mn-lt"/>
              </a:rPr>
              <a:t>Dynamic Error Reporting</a:t>
            </a:r>
            <a:r>
              <a:rPr lang="en-IN" sz="1800" dirty="0">
                <a:latin typeface="+mn-lt"/>
              </a:rPr>
              <a:t>: Provides error report links for each entity, complete with parameters.</a:t>
            </a:r>
          </a:p>
          <a:p>
            <a:pPr lvl="0">
              <a:lnSpc>
                <a:spcPct val="107000"/>
              </a:lnSpc>
              <a:spcAft>
                <a:spcPts val="800"/>
              </a:spcAft>
              <a:buFont typeface="Wingdings" panose="05000000000000000000" pitchFamily="2" charset="2"/>
              <a:buChar char="§"/>
              <a:tabLst>
                <a:tab pos="457200" algn="l"/>
              </a:tabLst>
            </a:pPr>
            <a:r>
              <a:rPr lang="en-IN" sz="1800" b="1" dirty="0">
                <a:latin typeface="+mn-lt"/>
              </a:rPr>
              <a:t>Single Excel </a:t>
            </a:r>
            <a:r>
              <a:rPr lang="en-IN" sz="1800" dirty="0">
                <a:latin typeface="+mn-lt"/>
              </a:rPr>
              <a:t>– One excel being sent out in email for collection stats and error summary report.</a:t>
            </a:r>
          </a:p>
          <a:p>
            <a:pPr>
              <a:buFont typeface="Wingdings" panose="05000000000000000000" pitchFamily="2" charset="2"/>
              <a:buChar char="v"/>
            </a:pPr>
            <a:endParaRPr lang="en-IN" sz="1800" dirty="0">
              <a:latin typeface="+mn-lt"/>
            </a:endParaRPr>
          </a:p>
          <a:p>
            <a:pPr>
              <a:buFont typeface="Wingdings" panose="05000000000000000000" pitchFamily="2" charset="2"/>
              <a:buChar char="v"/>
            </a:pPr>
            <a:endParaRPr lang="en-IN" sz="1800" dirty="0">
              <a:latin typeface="+mn-lt"/>
            </a:endParaRPr>
          </a:p>
          <a:p>
            <a:pPr marL="0" marR="0" lvl="0" indent="0" eaLnBrk="1" fontAlgn="base" hangingPunct="1">
              <a:spcBef>
                <a:spcPts val="1000"/>
              </a:spcBef>
              <a:spcAft>
                <a:spcPct val="0"/>
              </a:spcAft>
              <a:buClrTx/>
              <a:buSzTx/>
              <a:buNone/>
              <a:tabLst/>
            </a:pPr>
            <a:endParaRPr lang="en-US" altLang="en-US" sz="2800" dirty="0">
              <a:latin typeface="+mn-lt"/>
            </a:endParaRPr>
          </a:p>
        </p:txBody>
      </p:sp>
      <p:sp>
        <p:nvSpPr>
          <p:cNvPr id="2" name="Title 1">
            <a:extLst>
              <a:ext uri="{FF2B5EF4-FFF2-40B4-BE49-F238E27FC236}">
                <a16:creationId xmlns:a16="http://schemas.microsoft.com/office/drawing/2014/main" id="{A7F78BBD-97A3-BFF3-F7EB-6F1270AA6ECB}"/>
              </a:ext>
            </a:extLst>
          </p:cNvPr>
          <p:cNvSpPr>
            <a:spLocks noGrp="1"/>
          </p:cNvSpPr>
          <p:nvPr>
            <p:ph type="title"/>
          </p:nvPr>
        </p:nvSpPr>
        <p:spPr/>
        <p:txBody>
          <a:bodyPr>
            <a:normAutofit/>
          </a:bodyPr>
          <a:lstStyle/>
          <a:p>
            <a:r>
              <a:rPr lang="en-US" dirty="0"/>
              <a:t>Consolidated Collection Planning Report</a:t>
            </a:r>
          </a:p>
        </p:txBody>
      </p:sp>
      <p:sp>
        <p:nvSpPr>
          <p:cNvPr id="3" name="Slide Number Placeholder 2">
            <a:extLst>
              <a:ext uri="{FF2B5EF4-FFF2-40B4-BE49-F238E27FC236}">
                <a16:creationId xmlns:a16="http://schemas.microsoft.com/office/drawing/2014/main" id="{8F6230AF-13EE-12AF-C374-ADF2D4A15025}"/>
              </a:ext>
            </a:extLst>
          </p:cNvPr>
          <p:cNvSpPr>
            <a:spLocks noGrp="1"/>
          </p:cNvSpPr>
          <p:nvPr>
            <p:ph type="sldNum" sz="quarter" idx="12"/>
          </p:nvPr>
        </p:nvSpPr>
        <p:spPr/>
        <p:txBody>
          <a:bodyPr/>
          <a:lstStyle/>
          <a:p>
            <a:fld id="{D98F0396-9C7D-468F-908F-2B2A0639C2C2}" type="slidenum">
              <a:rPr lang="en-GB" smtClean="0"/>
              <a:pPr/>
              <a:t>1</a:t>
            </a:fld>
            <a:endParaRPr lang="en-GB"/>
          </a:p>
        </p:txBody>
      </p:sp>
    </p:spTree>
    <p:extLst>
      <p:ext uri="{BB962C8B-B14F-4D97-AF65-F5344CB8AC3E}">
        <p14:creationId xmlns:p14="http://schemas.microsoft.com/office/powerpoint/2010/main" val="350092931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8B1742A-510C-75DE-83EA-B8409D9349B6}"/>
              </a:ext>
            </a:extLst>
          </p:cNvPr>
          <p:cNvSpPr>
            <a:spLocks noGrp="1" noChangeArrowheads="1"/>
          </p:cNvSpPr>
          <p:nvPr>
            <p:ph type="body" sz="quarter" idx="11"/>
          </p:nvPr>
        </p:nvSpPr>
        <p:spPr bwMode="auto">
          <a:xfrm>
            <a:off x="969264" y="3044460"/>
            <a:ext cx="10874393" cy="588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l">
              <a:buFont typeface="Wingdings" panose="05000000000000000000" pitchFamily="2" charset="2"/>
              <a:buChar char="q"/>
            </a:pPr>
            <a:r>
              <a:rPr lang="en-US" sz="2800" b="1" dirty="0">
                <a:latin typeface="+mn-lt"/>
              </a:rPr>
              <a:t> </a:t>
            </a:r>
            <a:endParaRPr lang="en-US" sz="2800" dirty="0">
              <a:latin typeface="+mn-lt"/>
            </a:endParaRPr>
          </a:p>
        </p:txBody>
      </p:sp>
      <p:sp>
        <p:nvSpPr>
          <p:cNvPr id="2" name="Title 1">
            <a:extLst>
              <a:ext uri="{FF2B5EF4-FFF2-40B4-BE49-F238E27FC236}">
                <a16:creationId xmlns:a16="http://schemas.microsoft.com/office/drawing/2014/main" id="{A7F78BBD-97A3-BFF3-F7EB-6F1270AA6ECB}"/>
              </a:ext>
            </a:extLst>
          </p:cNvPr>
          <p:cNvSpPr>
            <a:spLocks noGrp="1"/>
          </p:cNvSpPr>
          <p:nvPr>
            <p:ph type="title"/>
          </p:nvPr>
        </p:nvSpPr>
        <p:spPr/>
        <p:txBody>
          <a:bodyPr>
            <a:normAutofit/>
          </a:bodyPr>
          <a:lstStyle/>
          <a:p>
            <a:r>
              <a:rPr lang="en-US" dirty="0"/>
              <a:t>Sample Output: </a:t>
            </a:r>
          </a:p>
        </p:txBody>
      </p:sp>
      <p:sp>
        <p:nvSpPr>
          <p:cNvPr id="3" name="Slide Number Placeholder 2">
            <a:extLst>
              <a:ext uri="{FF2B5EF4-FFF2-40B4-BE49-F238E27FC236}">
                <a16:creationId xmlns:a16="http://schemas.microsoft.com/office/drawing/2014/main" id="{8F6230AF-13EE-12AF-C374-ADF2D4A15025}"/>
              </a:ext>
            </a:extLst>
          </p:cNvPr>
          <p:cNvSpPr>
            <a:spLocks noGrp="1"/>
          </p:cNvSpPr>
          <p:nvPr>
            <p:ph type="sldNum" sz="quarter" idx="12"/>
          </p:nvPr>
        </p:nvSpPr>
        <p:spPr/>
        <p:txBody>
          <a:bodyPr/>
          <a:lstStyle/>
          <a:p>
            <a:fld id="{D98F0396-9C7D-468F-908F-2B2A0639C2C2}" type="slidenum">
              <a:rPr lang="en-GB" smtClean="0"/>
              <a:pPr/>
              <a:t>2</a:t>
            </a:fld>
            <a:endParaRPr lang="en-GB"/>
          </a:p>
        </p:txBody>
      </p:sp>
      <p:pic>
        <p:nvPicPr>
          <p:cNvPr id="5" name="Picture 4">
            <a:extLst>
              <a:ext uri="{FF2B5EF4-FFF2-40B4-BE49-F238E27FC236}">
                <a16:creationId xmlns:a16="http://schemas.microsoft.com/office/drawing/2014/main" id="{728BF474-6E8C-14C8-E0F7-4B99F8538C3C}"/>
              </a:ext>
            </a:extLst>
          </p:cNvPr>
          <p:cNvPicPr>
            <a:picLocks noChangeAspect="1"/>
          </p:cNvPicPr>
          <p:nvPr/>
        </p:nvPicPr>
        <p:blipFill>
          <a:blip r:embed="rId2"/>
          <a:stretch>
            <a:fillRect/>
          </a:stretch>
        </p:blipFill>
        <p:spPr>
          <a:xfrm>
            <a:off x="752260" y="718456"/>
            <a:ext cx="9872197" cy="5835565"/>
          </a:xfrm>
          <a:prstGeom prst="rect">
            <a:avLst/>
          </a:prstGeom>
        </p:spPr>
      </p:pic>
    </p:spTree>
    <p:extLst>
      <p:ext uri="{BB962C8B-B14F-4D97-AF65-F5344CB8AC3E}">
        <p14:creationId xmlns:p14="http://schemas.microsoft.com/office/powerpoint/2010/main" val="181452267"/>
      </p:ext>
    </p:extLst>
  </p:cSld>
  <p:clrMapOvr>
    <a:masterClrMapping/>
  </p:clrMapOvr>
</p:sld>
</file>

<file path=ppt/theme/theme1.xml><?xml version="1.0" encoding="utf-8"?>
<a:theme xmlns:a="http://schemas.openxmlformats.org/drawingml/2006/main" name="3_Office Theme">
  <a:themeElements>
    <a:clrScheme name="Trinamix Blue">
      <a:dk1>
        <a:sysClr val="windowText" lastClr="000000"/>
      </a:dk1>
      <a:lt1>
        <a:sysClr val="window" lastClr="FFFFFF"/>
      </a:lt1>
      <a:dk2>
        <a:srgbClr val="17406D"/>
      </a:dk2>
      <a:lt2>
        <a:srgbClr val="DBEFF9"/>
      </a:lt2>
      <a:accent1>
        <a:srgbClr val="00B0F0"/>
      </a:accent1>
      <a:accent2>
        <a:srgbClr val="009DD9"/>
      </a:accent2>
      <a:accent3>
        <a:srgbClr val="0F6FC6"/>
      </a:accent3>
      <a:accent4>
        <a:srgbClr val="0070C0"/>
      </a:accent4>
      <a:accent5>
        <a:srgbClr val="113051"/>
      </a:accent5>
      <a:accent6>
        <a:srgbClr val="104864"/>
      </a:accent6>
      <a:hlink>
        <a:srgbClr val="002060"/>
      </a:hlink>
      <a:folHlink>
        <a:srgbClr val="004E6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sz="2000" dirty="0" err="1" smtClean="0">
            <a:cs typeface="Arial"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rinamix Blue">
    <a:dk1>
      <a:sysClr val="windowText" lastClr="000000"/>
    </a:dk1>
    <a:lt1>
      <a:sysClr val="window" lastClr="FFFFFF"/>
    </a:lt1>
    <a:dk2>
      <a:srgbClr val="17406D"/>
    </a:dk2>
    <a:lt2>
      <a:srgbClr val="DBEFF9"/>
    </a:lt2>
    <a:accent1>
      <a:srgbClr val="00B0F0"/>
    </a:accent1>
    <a:accent2>
      <a:srgbClr val="009DD9"/>
    </a:accent2>
    <a:accent3>
      <a:srgbClr val="0F6FC6"/>
    </a:accent3>
    <a:accent4>
      <a:srgbClr val="0070C0"/>
    </a:accent4>
    <a:accent5>
      <a:srgbClr val="113051"/>
    </a:accent5>
    <a:accent6>
      <a:srgbClr val="104864"/>
    </a:accent6>
    <a:hlink>
      <a:srgbClr val="002060"/>
    </a:hlink>
    <a:folHlink>
      <a:srgbClr val="004E6C"/>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4DC461F7A316744B363026552191CC0" ma:contentTypeVersion="9" ma:contentTypeDescription="Create a new document." ma:contentTypeScope="" ma:versionID="94963edf0e594015bc3a125bc9fcb3db">
  <xsd:schema xmlns:xsd="http://www.w3.org/2001/XMLSchema" xmlns:xs="http://www.w3.org/2001/XMLSchema" xmlns:p="http://schemas.microsoft.com/office/2006/metadata/properties" xmlns:ns2="e77009de-c3c7-423a-8e5f-b7436d6fb91c" xmlns:ns3="46054e4d-3ca1-4c64-b22b-6c43be93b4ea" targetNamespace="http://schemas.microsoft.com/office/2006/metadata/properties" ma:root="true" ma:fieldsID="0a90d4efa5fdad4fdef41244d494482b" ns2:_="" ns3:_="">
    <xsd:import namespace="e77009de-c3c7-423a-8e5f-b7436d6fb91c"/>
    <xsd:import namespace="46054e4d-3ca1-4c64-b22b-6c43be93b4e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009de-c3c7-423a-8e5f-b7436d6fb9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6054e4d-3ca1-4c64-b22b-6c43be93b4ea"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DA7DC0-6FDC-4BF5-8769-B4C1C49EF2A1}">
  <ds:schemaRefs>
    <ds:schemaRef ds:uri="http://www.w3.org/XML/1998/namespace"/>
    <ds:schemaRef ds:uri="e77009de-c3c7-423a-8e5f-b7436d6fb91c"/>
    <ds:schemaRef ds:uri="http://schemas.microsoft.com/office/2006/documentManagement/types"/>
    <ds:schemaRef ds:uri="http://schemas.openxmlformats.org/package/2006/metadata/core-properties"/>
    <ds:schemaRef ds:uri="http://purl.org/dc/terms/"/>
    <ds:schemaRef ds:uri="http://purl.org/dc/elements/1.1/"/>
    <ds:schemaRef ds:uri="http://schemas.microsoft.com/office/2006/metadata/properties"/>
    <ds:schemaRef ds:uri="http://schemas.microsoft.com/office/infopath/2007/PartnerControls"/>
    <ds:schemaRef ds:uri="46054e4d-3ca1-4c64-b22b-6c43be93b4ea"/>
    <ds:schemaRef ds:uri="http://purl.org/dc/dcmitype/"/>
  </ds:schemaRefs>
</ds:datastoreItem>
</file>

<file path=customXml/itemProps2.xml><?xml version="1.0" encoding="utf-8"?>
<ds:datastoreItem xmlns:ds="http://schemas.openxmlformats.org/officeDocument/2006/customXml" ds:itemID="{BC43201C-9416-4002-B61E-39657979F3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77009de-c3c7-423a-8e5f-b7436d6fb91c"/>
    <ds:schemaRef ds:uri="46054e4d-3ca1-4c64-b22b-6c43be93b4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D738A43-6009-4439-B20C-18802289FE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10556</TotalTime>
  <Words>186</Words>
  <Application>Microsoft Office PowerPoint</Application>
  <PresentationFormat>Widescreen</PresentationFormat>
  <Paragraphs>14</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Calibri Light</vt:lpstr>
      <vt:lpstr>Helvetica Neue</vt:lpstr>
      <vt:lpstr>Interstate-Light</vt:lpstr>
      <vt:lpstr>Wingdings</vt:lpstr>
      <vt:lpstr>3_Office Theme</vt:lpstr>
      <vt:lpstr>Consolidated Collection Planning Report</vt:lpstr>
      <vt:lpstr>Sample Output: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Prayut Gawhad</dc:creator>
  <cp:lastModifiedBy>Samir Jha</cp:lastModifiedBy>
  <cp:revision>56</cp:revision>
  <dcterms:created xsi:type="dcterms:W3CDTF">2022-03-15T09:23:42Z</dcterms:created>
  <dcterms:modified xsi:type="dcterms:W3CDTF">2025-05-10T15:11:50Z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0x01010044DC461F7A316744B363026552191CC0</vt:lpwstr>
  </property>
</Properties>
</file>