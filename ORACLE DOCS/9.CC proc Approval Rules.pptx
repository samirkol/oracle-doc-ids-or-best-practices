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15" r:id="rId4"/>
  </p:sldMasterIdLst>
  <p:notesMasterIdLst>
    <p:notesMasterId r:id="rId22"/>
  </p:notesMasterIdLst>
  <p:handoutMasterIdLst>
    <p:handoutMasterId r:id="rId23"/>
  </p:handoutMasterIdLst>
  <p:sldIdLst>
    <p:sldId id="549" r:id="rId5"/>
    <p:sldId id="578" r:id="rId6"/>
    <p:sldId id="579" r:id="rId7"/>
    <p:sldId id="580" r:id="rId8"/>
    <p:sldId id="581" r:id="rId9"/>
    <p:sldId id="582" r:id="rId10"/>
    <p:sldId id="583" r:id="rId11"/>
    <p:sldId id="584" r:id="rId12"/>
    <p:sldId id="585" r:id="rId13"/>
    <p:sldId id="586" r:id="rId14"/>
    <p:sldId id="587" r:id="rId15"/>
    <p:sldId id="588" r:id="rId16"/>
    <p:sldId id="589" r:id="rId17"/>
    <p:sldId id="590" r:id="rId18"/>
    <p:sldId id="591" r:id="rId19"/>
    <p:sldId id="592" r:id="rId20"/>
    <p:sldId id="59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upur Sahu" initials="" lastIdx="2" clrIdx="0"/>
  <p:cmAuthor id="1" name="admin" initials="a" lastIdx="24" clrIdx="1"/>
  <p:cmAuthor id="2" name="Lokesh" initials="L" lastIdx="1" clrIdx="2">
    <p:extLst>
      <p:ext uri="{19B8F6BF-5375-455C-9EA6-DF929625EA0E}">
        <p15:presenceInfo xmlns:p15="http://schemas.microsoft.com/office/powerpoint/2012/main" userId="Lokesh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  <a:srgbClr val="35A1DA"/>
    <a:srgbClr val="4EC8F1"/>
    <a:srgbClr val="95D7E7"/>
    <a:srgbClr val="666699"/>
    <a:srgbClr val="49496F"/>
    <a:srgbClr val="2674BB"/>
    <a:srgbClr val="434365"/>
    <a:srgbClr val="517A28"/>
    <a:srgbClr val="476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9017E0-7DFB-3E44-6F53-E15DB8C82359}" v="58" dt="2021-12-03T04:16:06.528"/>
  </p1510:revLst>
</p1510:revInfo>
</file>

<file path=ppt/tableStyles.xml><?xml version="1.0" encoding="utf-8"?>
<a:tblStyleLst xmlns:a="http://schemas.openxmlformats.org/drawingml/2006/main" def="{20DF29CA-640E-4033-99DA-F29717B27EC1}">
  <a:tblStyle styleId="{20DF29CA-640E-4033-99DA-F29717B27EC1}" styleName="Table_0"/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434" autoAdjust="0"/>
  </p:normalViewPr>
  <p:slideViewPr>
    <p:cSldViewPr>
      <p:cViewPr>
        <p:scale>
          <a:sx n="200" d="100"/>
          <a:sy n="200" d="100"/>
        </p:scale>
        <p:origin x="-4224" y="-25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862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B5CCC-3B6A-4E22-A866-26B06BC01422}" type="datetimeFigureOut">
              <a:rPr lang="en-US" smtClean="0"/>
              <a:t>9/22/2023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24ECE-E2BE-4B40-BE75-DC0C97D7F4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2129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399" cy="30860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21942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from Scratch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9396"/>
            <a:ext cx="12192000" cy="687739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Background </a:t>
            </a:r>
            <a:r>
              <a:rPr lang="en-US" dirty="0" err="1"/>
              <a:t>img</a:t>
            </a:r>
            <a:endParaRPr lang="en-US" dirty="0"/>
          </a:p>
        </p:txBody>
      </p:sp>
      <p:sp>
        <p:nvSpPr>
          <p:cNvPr id="86" name="Shape 86"/>
          <p:cNvSpPr>
            <a:spLocks noGrp="1"/>
          </p:cNvSpPr>
          <p:nvPr>
            <p:ph type="pic" idx="2" hasCustomPrompt="1"/>
          </p:nvPr>
        </p:nvSpPr>
        <p:spPr>
          <a:xfrm>
            <a:off x="685800" y="304800"/>
            <a:ext cx="1272209" cy="9905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logo</a:t>
            </a:r>
            <a:endParaRPr dirty="0"/>
          </a:p>
        </p:txBody>
      </p:sp>
      <p:sp>
        <p:nvSpPr>
          <p:cNvPr id="85" name="Shape 85"/>
          <p:cNvSpPr txBox="1">
            <a:spLocks noGrp="1"/>
          </p:cNvSpPr>
          <p:nvPr>
            <p:ph type="title"/>
          </p:nvPr>
        </p:nvSpPr>
        <p:spPr>
          <a:xfrm>
            <a:off x="839787" y="2362201"/>
            <a:ext cx="4951413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4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717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6CC8D2-2940-4E2C-9D74-017942A31F30}"/>
              </a:ext>
            </a:extLst>
          </p:cNvPr>
          <p:cNvCxnSpPr/>
          <p:nvPr userDrawn="1"/>
        </p:nvCxnSpPr>
        <p:spPr>
          <a:xfrm>
            <a:off x="3771900" y="2435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45F363-E009-4697-AFE4-D1F3892A8134}"/>
              </a:ext>
            </a:extLst>
          </p:cNvPr>
          <p:cNvCxnSpPr/>
          <p:nvPr userDrawn="1"/>
        </p:nvCxnSpPr>
        <p:spPr>
          <a:xfrm>
            <a:off x="3771900" y="3197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B51E31-9F4B-4F7C-AEB1-F0F97DAD7637}"/>
              </a:ext>
            </a:extLst>
          </p:cNvPr>
          <p:cNvCxnSpPr/>
          <p:nvPr userDrawn="1"/>
        </p:nvCxnSpPr>
        <p:spPr>
          <a:xfrm>
            <a:off x="3771900" y="3959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B4BF7-F09F-4F74-A1FD-A6DB80AA14B7}"/>
              </a:ext>
            </a:extLst>
          </p:cNvPr>
          <p:cNvCxnSpPr/>
          <p:nvPr userDrawn="1"/>
        </p:nvCxnSpPr>
        <p:spPr>
          <a:xfrm>
            <a:off x="3771900" y="4721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552368-C030-4E9F-8E87-4C64C94633FC}"/>
              </a:ext>
            </a:extLst>
          </p:cNvPr>
          <p:cNvCxnSpPr/>
          <p:nvPr userDrawn="1"/>
        </p:nvCxnSpPr>
        <p:spPr>
          <a:xfrm>
            <a:off x="3771900" y="5483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0B80E-04D0-4E2E-8819-EC3C169CF152}"/>
              </a:ext>
            </a:extLst>
          </p:cNvPr>
          <p:cNvCxnSpPr/>
          <p:nvPr userDrawn="1"/>
        </p:nvCxnSpPr>
        <p:spPr>
          <a:xfrm>
            <a:off x="3771900" y="6245423"/>
            <a:ext cx="4648200" cy="0"/>
          </a:xfrm>
          <a:prstGeom prst="line">
            <a:avLst/>
          </a:prstGeom>
          <a:ln w="38100">
            <a:solidFill>
              <a:srgbClr val="180E2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1F66CA2-53A4-4B81-ACFA-E02AD938FC56}"/>
              </a:ext>
            </a:extLst>
          </p:cNvPr>
          <p:cNvSpPr txBox="1"/>
          <p:nvPr userDrawn="1"/>
        </p:nvSpPr>
        <p:spPr>
          <a:xfrm>
            <a:off x="3810000" y="1850648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53CDF-5CCB-43F6-8DE9-125AE41F161F}"/>
              </a:ext>
            </a:extLst>
          </p:cNvPr>
          <p:cNvSpPr txBox="1"/>
          <p:nvPr userDrawn="1"/>
        </p:nvSpPr>
        <p:spPr>
          <a:xfrm>
            <a:off x="3810000" y="4136648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FB509-CE88-49B2-9687-0D75B234BCA1}"/>
              </a:ext>
            </a:extLst>
          </p:cNvPr>
          <p:cNvSpPr txBox="1"/>
          <p:nvPr userDrawn="1"/>
        </p:nvSpPr>
        <p:spPr>
          <a:xfrm>
            <a:off x="3810000" y="5660648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DB40F3-2FBA-4147-9A6D-21D585E97F62}"/>
              </a:ext>
            </a:extLst>
          </p:cNvPr>
          <p:cNvSpPr txBox="1"/>
          <p:nvPr userDrawn="1"/>
        </p:nvSpPr>
        <p:spPr>
          <a:xfrm>
            <a:off x="3810000" y="4898648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88B5E0-62BF-4CBB-8060-E5E20D1CB082}"/>
              </a:ext>
            </a:extLst>
          </p:cNvPr>
          <p:cNvSpPr txBox="1"/>
          <p:nvPr userDrawn="1"/>
        </p:nvSpPr>
        <p:spPr>
          <a:xfrm>
            <a:off x="3810000" y="3349823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8DD83B-9482-4596-9CCC-3CCB4E2AC060}"/>
              </a:ext>
            </a:extLst>
          </p:cNvPr>
          <p:cNvSpPr txBox="1"/>
          <p:nvPr userDrawn="1"/>
        </p:nvSpPr>
        <p:spPr>
          <a:xfrm>
            <a:off x="3810000" y="2587823"/>
            <a:ext cx="662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180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B0B9EB69-5E57-438C-85D5-C8166A918D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24400" y="2130623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87959FD9-0590-43F3-B898-56633F7738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48200" y="2892623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7BF26F2C-EF92-4D29-8A41-78CA2B8B43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48200" y="3654623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46F300BD-40CA-42CC-93FD-1550AE0D88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8200" y="4416623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0B967C4F-F2C8-4A30-81DE-CFC15C21BB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5175646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CF237E36-BB10-4C7D-BAB1-90F8BFF82A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48200" y="5940623"/>
            <a:ext cx="327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2000" dirty="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Here to add text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40AFB716-8B21-4817-9FDF-93144C3743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48200" y="1673423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1F638385-D4D3-4FC6-9797-9DE9A0CC0BB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28705" y="2467891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5C7CE52F-05AB-49A6-9434-A622712B10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8705" y="3306091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D6158D56-7D3C-4B9C-A229-A40A5C06FA0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28705" y="4035623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sp>
        <p:nvSpPr>
          <p:cNvPr id="51" name="Text Placeholder 46">
            <a:extLst>
              <a:ext uri="{FF2B5EF4-FFF2-40B4-BE49-F238E27FC236}">
                <a16:creationId xmlns:a16="http://schemas.microsoft.com/office/drawing/2014/main" id="{4E40175F-918C-4A36-9FB9-5109DE216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4905" y="4797623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C0F4BE05-89A3-47AC-8050-2FEEC61066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28705" y="5592091"/>
            <a:ext cx="35269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lang="en-US" sz="2400" b="1" dirty="0" smtClean="0">
                <a:solidFill>
                  <a:srgbClr val="2D99D5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>
                <a:schemeClr val="lt1"/>
              </a:buClr>
              <a:buSzPct val="25000"/>
            </a:pPr>
            <a:r>
              <a:rPr lang="en-US" dirty="0"/>
              <a:t>Click here to add text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9A39A0F-F933-4A90-BE06-6131FD98CD84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9ADF756-BD5A-4AD9-A02D-ABF2E59F90AB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34857D17-3621-4749-8188-966098E89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015C2C-E2AD-47B7-A6DA-1EFFFFEB599F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B390A677-E9D9-43EA-AC32-0A2C8B7CCEA6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Shape 37">
            <a:extLst>
              <a:ext uri="{FF2B5EF4-FFF2-40B4-BE49-F238E27FC236}">
                <a16:creationId xmlns:a16="http://schemas.microsoft.com/office/drawing/2014/main" id="{5ADA37E7-F361-4A87-A53D-B53182223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783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AF1AFCF-5784-429F-A7B6-4A408FC94CD6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7858A98-835E-4373-8017-772CAB84A472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420D7D-6524-4806-904F-0BFCABC5F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C497C77-4A77-4058-8C43-9BAB0E3A131E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B425F98-8C5C-446B-BC11-EEC5401F0E3F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hape 52">
            <a:extLst>
              <a:ext uri="{FF2B5EF4-FFF2-40B4-BE49-F238E27FC236}">
                <a16:creationId xmlns:a16="http://schemas.microsoft.com/office/drawing/2014/main" id="{3B581007-2D4F-44B7-B38E-93BB7C8548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09538"/>
            <a:ext cx="10515599" cy="804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00C058C-4159-4B8F-9F1B-721FDA4E4C5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" y="1295400"/>
            <a:ext cx="11887200" cy="5410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86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C0657CE-2F99-4C2F-887B-D3C700A35C04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296A052-4E2E-43F0-BA1D-4F725C7875D0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98DEA1E-BCA5-488E-8932-EB8D4CB2D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F08581C-F4AD-46F1-80CD-3DA4C69607F6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451370C-8792-4600-AECA-A19BD061909E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Shape 52">
            <a:extLst>
              <a:ext uri="{FF2B5EF4-FFF2-40B4-BE49-F238E27FC236}">
                <a16:creationId xmlns:a16="http://schemas.microsoft.com/office/drawing/2014/main" id="{A3CB5565-66BA-46FD-A018-F46724B28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109538"/>
            <a:ext cx="10515599" cy="804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0F3D5554-2EB7-49D9-B825-FC6DA30CA1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1000" y="1295400"/>
            <a:ext cx="5410200" cy="5181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C974C5CB-144D-47A9-8AA2-C18F758D3C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096000" y="1295400"/>
            <a:ext cx="5410200" cy="5181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427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7">
            <a:extLst>
              <a:ext uri="{FF2B5EF4-FFF2-40B4-BE49-F238E27FC236}">
                <a16:creationId xmlns:a16="http://schemas.microsoft.com/office/drawing/2014/main" id="{13507BD7-D895-42F1-830B-71D83753B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D7723D-16DF-4446-A5AD-09F088965AA2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8E11DD-8CB4-41A8-8908-47F9E85BE69F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51454-8D7B-449C-AA46-D8728EED0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BF53DD-5E6D-43CA-95AB-2A54D5E4389A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A06F17-EF16-453A-86DE-EB244C4FBF22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774B1C6-150F-464D-B519-B465F3400C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" y="1295400"/>
            <a:ext cx="5943600" cy="5334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D867883F-AD82-4CF2-A97D-CC240204C66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400800" y="1295400"/>
            <a:ext cx="5410200" cy="5334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725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7">
            <a:extLst>
              <a:ext uri="{FF2B5EF4-FFF2-40B4-BE49-F238E27FC236}">
                <a16:creationId xmlns:a16="http://schemas.microsoft.com/office/drawing/2014/main" id="{13507BD7-D895-42F1-830B-71D83753B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61821"/>
            <a:ext cx="10928047" cy="65007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AD7723D-16DF-4446-A5AD-09F088965AA2}"/>
              </a:ext>
            </a:extLst>
          </p:cNvPr>
          <p:cNvGrpSpPr/>
          <p:nvPr userDrawn="1"/>
        </p:nvGrpSpPr>
        <p:grpSpPr>
          <a:xfrm>
            <a:off x="0" y="159727"/>
            <a:ext cx="12192000" cy="834265"/>
            <a:chOff x="0" y="147637"/>
            <a:chExt cx="12192000" cy="84635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F8E11DD-8CB4-41A8-8908-47F9E85BE69F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951454-8D7B-449C-AA46-D8728EED01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2BF53DD-5E6D-43CA-95AB-2A54D5E4389A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DA06F17-EF16-453A-86DE-EB244C4FBF22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774B1C6-150F-464D-B519-B465F3400C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19800" y="1447800"/>
            <a:ext cx="5943600" cy="5181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8EBFF030-9D96-4820-809C-56AFAFBD975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1000" y="1447800"/>
            <a:ext cx="5410200" cy="51816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21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7">
            <a:extLst>
              <a:ext uri="{FF2B5EF4-FFF2-40B4-BE49-F238E27FC236}">
                <a16:creationId xmlns:a16="http://schemas.microsoft.com/office/drawing/2014/main" id="{7D3BD591-0CBE-4E1C-83C3-68D2A2F42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A5EFEA-7D8D-4DBB-A126-309B13C5F160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1A78382-5CE9-44FF-9592-EFA96A573616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4719EF-5A11-49F2-A408-5B67F40A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C56660-F8C2-4231-B7C3-28795CA1ECDD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90B201-BEEE-4AD8-8447-8BBE8960863D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5699A203-BC5A-4D49-B350-0E574CBD115B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52400" y="1371600"/>
            <a:ext cx="5486400" cy="5257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71C794D5-57EF-41A9-8DAE-565E79F04B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943600" y="1371600"/>
            <a:ext cx="5410200" cy="52578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305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r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7">
            <a:extLst>
              <a:ext uri="{FF2B5EF4-FFF2-40B4-BE49-F238E27FC236}">
                <a16:creationId xmlns:a16="http://schemas.microsoft.com/office/drawing/2014/main" id="{7D3BD591-0CBE-4E1C-83C3-68D2A2F42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A5EFEA-7D8D-4DBB-A126-309B13C5F160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1A78382-5CE9-44FF-9592-EFA96A573616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4719EF-5A11-49F2-A408-5B67F40A2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5C56660-F8C2-4231-B7C3-28795CA1ECDD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690B201-BEEE-4AD8-8447-8BBE8960863D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5699A203-BC5A-4D49-B350-0E574CBD115B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324600" y="1295400"/>
            <a:ext cx="5486400" cy="5334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3D3D1BE3-42C5-4B26-9A94-D1B55A504BC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1000" y="1295400"/>
            <a:ext cx="5638800" cy="53340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71750" indent="-285750">
              <a:buFont typeface="Arial" panose="020B0604020202020204" pitchFamily="34" charset="0"/>
              <a:buChar char="•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97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37">
            <a:extLst>
              <a:ext uri="{FF2B5EF4-FFF2-40B4-BE49-F238E27FC236}">
                <a16:creationId xmlns:a16="http://schemas.microsoft.com/office/drawing/2014/main" id="{9A039088-B35F-4B76-B5E1-7CAFE6DDC4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5EBE9A-9B35-4910-8D82-301B53F6FE39}"/>
              </a:ext>
            </a:extLst>
          </p:cNvPr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5334D3E-1071-415A-ADCF-D24F00D9239E}"/>
                </a:ext>
              </a:extLst>
            </p:cNvPr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83CFD9B-E8BE-41DB-BD23-513BB82F1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4C7CB7A-0535-430C-8B9C-3D74FAFBBB2D}"/>
                </a:ext>
              </a:extLst>
            </p:cNvPr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86446C5-E87D-4727-BEFA-82ABFEA69893}"/>
                </a:ext>
              </a:extLst>
            </p:cNvPr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047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31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191026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6786"/>
            <a:ext cx="12253310" cy="73519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3951125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812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4189512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384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16933" y="0"/>
            <a:ext cx="1220893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515089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419" descr="http://trinamix.com/wp-content/uploads/2016/08/about_3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5468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4140346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469" descr="http://trinamix.com/wp-content/uploads/2016/09/27-Trinamix-Products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445430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617" descr="http://trinamix.com/wp-content/uploads/2016/09/oracle-e-business-suite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1105811" y="0"/>
            <a:ext cx="13297811" cy="784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1321764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707" descr="http://trinamix.com/wp-content/uploads/2016/09/Contact_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20678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11498262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812" descr="http://trinamix.com/wp-content/uploads/2016/09/cloud-solution_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957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317188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844" descr="http://trinamix.com/wp-content/uploads/2016/09/HCM-Cloud-1024x320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3333222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861" descr="http://trinamix.com/wp-content/uploads/2016/09/Oracle-integration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9200" y="1524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3559142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887" descr="http://trinamix.com/wp-content/uploads/2016/09/Analytics_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474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48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6801644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922" descr="http://trinamix.com/wp-content/uploads/2016/09/23-_value-chain-planning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219124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1008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-16932" y="0"/>
            <a:ext cx="1222586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508328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50" descr="http://trinamix.com/wp-content/uploads/2016/09/Merger-in-Oracle_395365720-1024x439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6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21261451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ape 1093" descr="Screen Shot 2014-01-04 at 2.12.36 PM.pn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56" y="1"/>
            <a:ext cx="1218128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0" y="381000"/>
            <a:ext cx="1272209" cy="914400"/>
          </a:xfrm>
          <a:prstGeom prst="rect">
            <a:avLst/>
          </a:prstGeom>
        </p:spPr>
      </p:pic>
      <p:sp>
        <p:nvSpPr>
          <p:cNvPr id="10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322388" y="2667000"/>
            <a:ext cx="3630612" cy="76200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pPr lvl="0">
              <a:lnSpc>
                <a:spcPct val="90000"/>
              </a:lnSpc>
              <a:buClr>
                <a:srgbClr val="1E4E79"/>
              </a:buClr>
              <a:buSzPct val="25000"/>
            </a:pPr>
            <a:r>
              <a:rPr lang="en-US" sz="4800" b="1" dirty="0">
                <a:solidFill>
                  <a:schemeClr val="tx1"/>
                </a:solidFill>
              </a:rPr>
              <a:t>Click here</a:t>
            </a:r>
          </a:p>
        </p:txBody>
      </p:sp>
    </p:spTree>
    <p:extLst>
      <p:ext uri="{BB962C8B-B14F-4D97-AF65-F5344CB8AC3E}">
        <p14:creationId xmlns:p14="http://schemas.microsoft.com/office/powerpoint/2010/main" val="42600552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rvices_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9346" y="1357745"/>
            <a:ext cx="12980004" cy="526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270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List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2148840"/>
            <a:ext cx="9144000" cy="394716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6059269"/>
            <a:ext cx="12192000" cy="79873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801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pDesk_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angle 9"/>
          <p:cNvSpPr/>
          <p:nvPr userDrawn="1"/>
        </p:nvSpPr>
        <p:spPr>
          <a:xfrm>
            <a:off x="0" y="6409276"/>
            <a:ext cx="12192000" cy="4542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237" y="1095519"/>
            <a:ext cx="12079526" cy="416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0335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onents_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" y="1035065"/>
            <a:ext cx="11582400" cy="612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s_Layout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" y="2236594"/>
            <a:ext cx="10058400" cy="392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130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imonial Layou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3" descr="D:\Trinamix\PPT\Untitled-1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313" y="1157189"/>
            <a:ext cx="3473252" cy="5786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47837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s_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41577" y="152400"/>
            <a:ext cx="10928047" cy="65949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rgbClr val="D7321E"/>
              </a:buClr>
              <a:buFont typeface="Calibri"/>
              <a:buNone/>
              <a:defRPr sz="2800" b="1" i="0" u="none" strike="noStrike" cap="none">
                <a:solidFill>
                  <a:schemeClr val="tx1"/>
                </a:solidFill>
                <a:latin typeface="+mj-lt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8" name="Shape 38"/>
          <p:cNvSpPr/>
          <p:nvPr/>
        </p:nvSpPr>
        <p:spPr>
          <a:xfrm>
            <a:off x="0" y="937150"/>
            <a:ext cx="7363326" cy="60959"/>
          </a:xfrm>
          <a:prstGeom prst="homePlate">
            <a:avLst>
              <a:gd name="adj" fmla="val 70638"/>
            </a:avLst>
          </a:prstGeom>
          <a:solidFill>
            <a:srgbClr val="F2F2F2">
              <a:alpha val="85098"/>
            </a:srgbClr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buNone/>
            </a:pPr>
            <a:endParaRPr sz="24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8" name="Straight Connector 7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1143000"/>
            <a:ext cx="1772775" cy="55530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19125" y="1143000"/>
            <a:ext cx="1772775" cy="555307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04850" y="1143000"/>
            <a:ext cx="1772775" cy="5553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0575" y="1143000"/>
            <a:ext cx="1772775" cy="55530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300" y="1143000"/>
            <a:ext cx="1772775" cy="55530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2025" y="1143000"/>
            <a:ext cx="17727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768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139" y="0"/>
            <a:ext cx="12327467" cy="693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97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_Lis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 userDrawn="1"/>
        </p:nvGrpSpPr>
        <p:grpSpPr>
          <a:xfrm>
            <a:off x="817370" y="1406288"/>
            <a:ext cx="10557261" cy="5070712"/>
            <a:chOff x="817370" y="1406288"/>
            <a:chExt cx="10557261" cy="5070712"/>
          </a:xfrm>
        </p:grpSpPr>
        <p:sp>
          <p:nvSpPr>
            <p:cNvPr id="54" name="Rectangle 53"/>
            <p:cNvSpPr/>
            <p:nvPr/>
          </p:nvSpPr>
          <p:spPr>
            <a:xfrm>
              <a:off x="817370" y="1406288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121057" y="5029200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474970" y="5029200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8121057" y="3217744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474970" y="3217744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817370" y="5029200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17370" y="3217744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121057" y="1406288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474970" y="1406288"/>
              <a:ext cx="3253574" cy="1447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304800" y="109538"/>
            <a:ext cx="10515599" cy="804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5" name="Picture Placeholder 2"/>
          <p:cNvSpPr>
            <a:spLocks noGrp="1"/>
          </p:cNvSpPr>
          <p:nvPr>
            <p:ph type="pic" idx="1"/>
          </p:nvPr>
        </p:nvSpPr>
        <p:spPr>
          <a:xfrm>
            <a:off x="817370" y="1406288"/>
            <a:ext cx="3253574" cy="144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6" name="Picture Placeholder 2"/>
          <p:cNvSpPr>
            <a:spLocks noGrp="1"/>
          </p:cNvSpPr>
          <p:nvPr>
            <p:ph type="pic" idx="10"/>
          </p:nvPr>
        </p:nvSpPr>
        <p:spPr>
          <a:xfrm>
            <a:off x="792432" y="3217744"/>
            <a:ext cx="3253574" cy="14477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7" name="Picture Placeholder 2"/>
          <p:cNvSpPr>
            <a:spLocks noGrp="1"/>
          </p:cNvSpPr>
          <p:nvPr>
            <p:ph type="pic" idx="11"/>
          </p:nvPr>
        </p:nvSpPr>
        <p:spPr>
          <a:xfrm>
            <a:off x="792432" y="5029200"/>
            <a:ext cx="3253574" cy="144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0" name="Picture Placeholder 2"/>
          <p:cNvSpPr>
            <a:spLocks noGrp="1"/>
          </p:cNvSpPr>
          <p:nvPr>
            <p:ph type="pic" idx="14"/>
          </p:nvPr>
        </p:nvSpPr>
        <p:spPr>
          <a:xfrm>
            <a:off x="4499908" y="1439486"/>
            <a:ext cx="3253574" cy="144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idx="15"/>
          </p:nvPr>
        </p:nvSpPr>
        <p:spPr>
          <a:xfrm>
            <a:off x="4474970" y="3276600"/>
            <a:ext cx="3253574" cy="144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2" name="Picture Placeholder 2"/>
          <p:cNvSpPr>
            <a:spLocks noGrp="1"/>
          </p:cNvSpPr>
          <p:nvPr>
            <p:ph type="pic" idx="16"/>
          </p:nvPr>
        </p:nvSpPr>
        <p:spPr>
          <a:xfrm>
            <a:off x="4474970" y="5029200"/>
            <a:ext cx="3253574" cy="1447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idx="19"/>
          </p:nvPr>
        </p:nvSpPr>
        <p:spPr>
          <a:xfrm>
            <a:off x="8145995" y="1447802"/>
            <a:ext cx="3253574" cy="1447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6" name="Picture Placeholder 2"/>
          <p:cNvSpPr>
            <a:spLocks noGrp="1"/>
          </p:cNvSpPr>
          <p:nvPr>
            <p:ph type="pic" idx="20"/>
          </p:nvPr>
        </p:nvSpPr>
        <p:spPr>
          <a:xfrm>
            <a:off x="8121057" y="3276600"/>
            <a:ext cx="3253574" cy="1447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7" name="Picture Placeholder 2"/>
          <p:cNvSpPr>
            <a:spLocks noGrp="1"/>
          </p:cNvSpPr>
          <p:nvPr>
            <p:ph type="pic" idx="21"/>
          </p:nvPr>
        </p:nvSpPr>
        <p:spPr>
          <a:xfrm>
            <a:off x="8121057" y="5029202"/>
            <a:ext cx="3253574" cy="14477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2094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_List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381000" y="1752600"/>
            <a:ext cx="11353800" cy="4724400"/>
            <a:chOff x="381000" y="1752600"/>
            <a:chExt cx="11353800" cy="4724400"/>
          </a:xfrm>
        </p:grpSpPr>
        <p:sp>
          <p:nvSpPr>
            <p:cNvPr id="15" name="Rectangle 14"/>
            <p:cNvSpPr/>
            <p:nvPr/>
          </p:nvSpPr>
          <p:spPr>
            <a:xfrm>
              <a:off x="381000" y="17526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352800" y="17526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24600" y="17526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96400" y="17526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81000" y="27432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352800" y="27432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324600" y="27432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9296400" y="27432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81000" y="37338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52800" y="37338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324600" y="37338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296400" y="37338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81000" y="47244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352800" y="47244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6324600" y="47244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9296400" y="47244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81000" y="57150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352800" y="57150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324600" y="57150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9296400" y="5715000"/>
              <a:ext cx="24384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304800" y="109538"/>
            <a:ext cx="10515599" cy="804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5" name="Picture Placeholder 2"/>
          <p:cNvSpPr>
            <a:spLocks noGrp="1"/>
          </p:cNvSpPr>
          <p:nvPr>
            <p:ph type="pic" idx="1"/>
          </p:nvPr>
        </p:nvSpPr>
        <p:spPr>
          <a:xfrm>
            <a:off x="405938" y="1820486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6" name="Picture Placeholder 2"/>
          <p:cNvSpPr>
            <a:spLocks noGrp="1"/>
          </p:cNvSpPr>
          <p:nvPr>
            <p:ph type="pic" idx="10"/>
          </p:nvPr>
        </p:nvSpPr>
        <p:spPr>
          <a:xfrm>
            <a:off x="381000" y="28194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7" name="Picture Placeholder 2"/>
          <p:cNvSpPr>
            <a:spLocks noGrp="1"/>
          </p:cNvSpPr>
          <p:nvPr>
            <p:ph type="pic" idx="11"/>
          </p:nvPr>
        </p:nvSpPr>
        <p:spPr>
          <a:xfrm>
            <a:off x="381000" y="38100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8" name="Picture Placeholder 2"/>
          <p:cNvSpPr>
            <a:spLocks noGrp="1"/>
          </p:cNvSpPr>
          <p:nvPr>
            <p:ph type="pic" idx="12"/>
          </p:nvPr>
        </p:nvSpPr>
        <p:spPr>
          <a:xfrm>
            <a:off x="381000" y="4800599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9" name="Picture Placeholder 2"/>
          <p:cNvSpPr>
            <a:spLocks noGrp="1"/>
          </p:cNvSpPr>
          <p:nvPr>
            <p:ph type="pic" idx="13"/>
          </p:nvPr>
        </p:nvSpPr>
        <p:spPr>
          <a:xfrm>
            <a:off x="381000" y="5791199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0" name="Picture Placeholder 2"/>
          <p:cNvSpPr>
            <a:spLocks noGrp="1"/>
          </p:cNvSpPr>
          <p:nvPr>
            <p:ph type="pic" idx="14"/>
          </p:nvPr>
        </p:nvSpPr>
        <p:spPr>
          <a:xfrm>
            <a:off x="3377738" y="1820486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idx="15"/>
          </p:nvPr>
        </p:nvSpPr>
        <p:spPr>
          <a:xfrm>
            <a:off x="3352800" y="28194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2" name="Picture Placeholder 2"/>
          <p:cNvSpPr>
            <a:spLocks noGrp="1"/>
          </p:cNvSpPr>
          <p:nvPr>
            <p:ph type="pic" idx="16"/>
          </p:nvPr>
        </p:nvSpPr>
        <p:spPr>
          <a:xfrm>
            <a:off x="3352800" y="38100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idx="17"/>
          </p:nvPr>
        </p:nvSpPr>
        <p:spPr>
          <a:xfrm>
            <a:off x="3352800" y="4800599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idx="18"/>
          </p:nvPr>
        </p:nvSpPr>
        <p:spPr>
          <a:xfrm>
            <a:off x="3352800" y="5791199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idx="19"/>
          </p:nvPr>
        </p:nvSpPr>
        <p:spPr>
          <a:xfrm>
            <a:off x="6349538" y="18288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6" name="Picture Placeholder 2"/>
          <p:cNvSpPr>
            <a:spLocks noGrp="1"/>
          </p:cNvSpPr>
          <p:nvPr>
            <p:ph type="pic" idx="20"/>
          </p:nvPr>
        </p:nvSpPr>
        <p:spPr>
          <a:xfrm>
            <a:off x="6324600" y="2827714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7" name="Picture Placeholder 2"/>
          <p:cNvSpPr>
            <a:spLocks noGrp="1"/>
          </p:cNvSpPr>
          <p:nvPr>
            <p:ph type="pic" idx="21"/>
          </p:nvPr>
        </p:nvSpPr>
        <p:spPr>
          <a:xfrm>
            <a:off x="6324600" y="3818314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8" name="Picture Placeholder 2"/>
          <p:cNvSpPr>
            <a:spLocks noGrp="1"/>
          </p:cNvSpPr>
          <p:nvPr>
            <p:ph type="pic" idx="22"/>
          </p:nvPr>
        </p:nvSpPr>
        <p:spPr>
          <a:xfrm>
            <a:off x="6324600" y="4808913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idx="23"/>
          </p:nvPr>
        </p:nvSpPr>
        <p:spPr>
          <a:xfrm>
            <a:off x="6324600" y="5799513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idx="24"/>
          </p:nvPr>
        </p:nvSpPr>
        <p:spPr>
          <a:xfrm>
            <a:off x="9321338" y="1828800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idx="25"/>
          </p:nvPr>
        </p:nvSpPr>
        <p:spPr>
          <a:xfrm>
            <a:off x="9296400" y="2827714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7" name="Picture Placeholder 2"/>
          <p:cNvSpPr>
            <a:spLocks noGrp="1"/>
          </p:cNvSpPr>
          <p:nvPr>
            <p:ph type="pic" idx="26"/>
          </p:nvPr>
        </p:nvSpPr>
        <p:spPr>
          <a:xfrm>
            <a:off x="9296400" y="3818314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8" name="Picture Placeholder 2"/>
          <p:cNvSpPr>
            <a:spLocks noGrp="1"/>
          </p:cNvSpPr>
          <p:nvPr>
            <p:ph type="pic" idx="27"/>
          </p:nvPr>
        </p:nvSpPr>
        <p:spPr>
          <a:xfrm>
            <a:off x="9296400" y="4808913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9" name="Picture Placeholder 2"/>
          <p:cNvSpPr>
            <a:spLocks noGrp="1"/>
          </p:cNvSpPr>
          <p:nvPr>
            <p:ph type="pic" idx="28"/>
          </p:nvPr>
        </p:nvSpPr>
        <p:spPr>
          <a:xfrm>
            <a:off x="9296400" y="5799513"/>
            <a:ext cx="2413462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993993"/>
            <a:ext cx="12192000" cy="453807"/>
          </a:xfrm>
          <a:prstGeom prst="rect">
            <a:avLst/>
          </a:prstGeom>
          <a:solidFill>
            <a:srgbClr val="4949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12226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_List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 userDrawn="1"/>
        </p:nvGrpSpPr>
        <p:grpSpPr>
          <a:xfrm>
            <a:off x="457200" y="1822667"/>
            <a:ext cx="11506200" cy="4730533"/>
            <a:chOff x="304800" y="1670267"/>
            <a:chExt cx="11506200" cy="4730533"/>
          </a:xfrm>
        </p:grpSpPr>
        <p:sp>
          <p:nvSpPr>
            <p:cNvPr id="54" name="Rectangle 53"/>
            <p:cNvSpPr/>
            <p:nvPr/>
          </p:nvSpPr>
          <p:spPr>
            <a:xfrm>
              <a:off x="304800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10069913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116892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6163869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210846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257823" y="56388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304800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10069913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8116892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6163869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4210846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257823" y="46482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04800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10069913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8116892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63869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4210846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2257823" y="36576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304800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0069913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8116892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6163869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4210846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257823" y="26670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04800" y="16764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10069913" y="1670267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8116892" y="16764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63869" y="16764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4210846" y="16764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2257823" y="1676400"/>
              <a:ext cx="1741087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2">
                  <a:lumMod val="9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/>
          <p:cNvGrpSpPr/>
          <p:nvPr userDrawn="1"/>
        </p:nvGrpSpPr>
        <p:grpSpPr>
          <a:xfrm>
            <a:off x="0" y="147637"/>
            <a:ext cx="12192000" cy="846356"/>
            <a:chOff x="0" y="147637"/>
            <a:chExt cx="12192000" cy="846356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295400" y="993993"/>
              <a:ext cx="10896600" cy="0"/>
            </a:xfrm>
            <a:prstGeom prst="line">
              <a:avLst/>
            </a:prstGeom>
            <a:ln w="571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896600" y="147637"/>
              <a:ext cx="1066800" cy="766763"/>
            </a:xfrm>
            <a:prstGeom prst="rect">
              <a:avLst/>
            </a:prstGeom>
          </p:spPr>
        </p:pic>
        <p:cxnSp>
          <p:nvCxnSpPr>
            <p:cNvPr id="11" name="Straight Connector 10"/>
            <p:cNvCxnSpPr/>
            <p:nvPr/>
          </p:nvCxnSpPr>
          <p:spPr>
            <a:xfrm>
              <a:off x="632626" y="993993"/>
              <a:ext cx="685800" cy="0"/>
            </a:xfrm>
            <a:prstGeom prst="line">
              <a:avLst/>
            </a:prstGeom>
            <a:ln w="57150">
              <a:solidFill>
                <a:srgbClr val="05070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0" y="993993"/>
              <a:ext cx="632626" cy="0"/>
            </a:xfrm>
            <a:prstGeom prst="line">
              <a:avLst/>
            </a:prstGeom>
            <a:ln w="57150">
              <a:solidFill>
                <a:srgbClr val="7EC24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304800" y="109538"/>
            <a:ext cx="10515599" cy="8048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Font typeface="Calibri"/>
              <a:buNone/>
              <a:defRPr sz="2800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5" name="Picture Placeholder 2"/>
          <p:cNvSpPr>
            <a:spLocks noGrp="1"/>
          </p:cNvSpPr>
          <p:nvPr>
            <p:ph type="pic" idx="1"/>
          </p:nvPr>
        </p:nvSpPr>
        <p:spPr>
          <a:xfrm>
            <a:off x="405938" y="1896686"/>
            <a:ext cx="1817287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6" name="Picture Placeholder 2"/>
          <p:cNvSpPr>
            <a:spLocks noGrp="1"/>
          </p:cNvSpPr>
          <p:nvPr>
            <p:ph type="pic" idx="10"/>
          </p:nvPr>
        </p:nvSpPr>
        <p:spPr>
          <a:xfrm>
            <a:off x="381000" y="2895600"/>
            <a:ext cx="1817287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7" name="Picture Placeholder 2"/>
          <p:cNvSpPr>
            <a:spLocks noGrp="1"/>
          </p:cNvSpPr>
          <p:nvPr>
            <p:ph type="pic" idx="11"/>
          </p:nvPr>
        </p:nvSpPr>
        <p:spPr>
          <a:xfrm>
            <a:off x="381000" y="3886200"/>
            <a:ext cx="1817287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8" name="Picture Placeholder 2"/>
          <p:cNvSpPr>
            <a:spLocks noGrp="1"/>
          </p:cNvSpPr>
          <p:nvPr>
            <p:ph type="pic" idx="12"/>
          </p:nvPr>
        </p:nvSpPr>
        <p:spPr>
          <a:xfrm>
            <a:off x="381000" y="4876799"/>
            <a:ext cx="1817287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39" name="Picture Placeholder 2"/>
          <p:cNvSpPr>
            <a:spLocks noGrp="1"/>
          </p:cNvSpPr>
          <p:nvPr>
            <p:ph type="pic" idx="13"/>
          </p:nvPr>
        </p:nvSpPr>
        <p:spPr>
          <a:xfrm>
            <a:off x="381000" y="5867399"/>
            <a:ext cx="1817287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0" name="Picture Placeholder 2"/>
          <p:cNvSpPr>
            <a:spLocks noGrp="1"/>
          </p:cNvSpPr>
          <p:nvPr>
            <p:ph type="pic" idx="14"/>
          </p:nvPr>
        </p:nvSpPr>
        <p:spPr>
          <a:xfrm>
            <a:off x="2539538" y="1896686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1" name="Picture Placeholder 2"/>
          <p:cNvSpPr>
            <a:spLocks noGrp="1"/>
          </p:cNvSpPr>
          <p:nvPr>
            <p:ph type="pic" idx="15"/>
          </p:nvPr>
        </p:nvSpPr>
        <p:spPr>
          <a:xfrm>
            <a:off x="2514600" y="2895600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2" name="Picture Placeholder 2"/>
          <p:cNvSpPr>
            <a:spLocks noGrp="1"/>
          </p:cNvSpPr>
          <p:nvPr>
            <p:ph type="pic" idx="16"/>
          </p:nvPr>
        </p:nvSpPr>
        <p:spPr>
          <a:xfrm>
            <a:off x="2514600" y="3886200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3" name="Picture Placeholder 2"/>
          <p:cNvSpPr>
            <a:spLocks noGrp="1"/>
          </p:cNvSpPr>
          <p:nvPr>
            <p:ph type="pic" idx="17"/>
          </p:nvPr>
        </p:nvSpPr>
        <p:spPr>
          <a:xfrm>
            <a:off x="2514600" y="4876799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4" name="Picture Placeholder 2"/>
          <p:cNvSpPr>
            <a:spLocks noGrp="1"/>
          </p:cNvSpPr>
          <p:nvPr>
            <p:ph type="pic" idx="18"/>
          </p:nvPr>
        </p:nvSpPr>
        <p:spPr>
          <a:xfrm>
            <a:off x="2514600" y="5867399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5" name="Picture Placeholder 2"/>
          <p:cNvSpPr>
            <a:spLocks noGrp="1"/>
          </p:cNvSpPr>
          <p:nvPr>
            <p:ph type="pic" idx="19"/>
          </p:nvPr>
        </p:nvSpPr>
        <p:spPr>
          <a:xfrm>
            <a:off x="6425738" y="1896686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6" name="Picture Placeholder 2"/>
          <p:cNvSpPr>
            <a:spLocks noGrp="1"/>
          </p:cNvSpPr>
          <p:nvPr>
            <p:ph type="pic" idx="20"/>
          </p:nvPr>
        </p:nvSpPr>
        <p:spPr>
          <a:xfrm>
            <a:off x="6400800" y="2895600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7" name="Picture Placeholder 2"/>
          <p:cNvSpPr>
            <a:spLocks noGrp="1"/>
          </p:cNvSpPr>
          <p:nvPr>
            <p:ph type="pic" idx="21"/>
          </p:nvPr>
        </p:nvSpPr>
        <p:spPr>
          <a:xfrm>
            <a:off x="6400800" y="3886200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8" name="Picture Placeholder 2"/>
          <p:cNvSpPr>
            <a:spLocks noGrp="1"/>
          </p:cNvSpPr>
          <p:nvPr>
            <p:ph type="pic" idx="22"/>
          </p:nvPr>
        </p:nvSpPr>
        <p:spPr>
          <a:xfrm>
            <a:off x="6400800" y="4876799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idx="23"/>
          </p:nvPr>
        </p:nvSpPr>
        <p:spPr>
          <a:xfrm>
            <a:off x="6400800" y="5867399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0" name="Picture Placeholder 2"/>
          <p:cNvSpPr>
            <a:spLocks noGrp="1"/>
          </p:cNvSpPr>
          <p:nvPr>
            <p:ph type="pic" idx="24"/>
          </p:nvPr>
        </p:nvSpPr>
        <p:spPr>
          <a:xfrm>
            <a:off x="8406938" y="1896686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1" name="Picture Placeholder 2"/>
          <p:cNvSpPr>
            <a:spLocks noGrp="1"/>
          </p:cNvSpPr>
          <p:nvPr>
            <p:ph type="pic" idx="25"/>
          </p:nvPr>
        </p:nvSpPr>
        <p:spPr>
          <a:xfrm>
            <a:off x="8382000" y="2895600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7" name="Picture Placeholder 2"/>
          <p:cNvSpPr>
            <a:spLocks noGrp="1"/>
          </p:cNvSpPr>
          <p:nvPr>
            <p:ph type="pic" idx="26"/>
          </p:nvPr>
        </p:nvSpPr>
        <p:spPr>
          <a:xfrm>
            <a:off x="8382000" y="3886200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8" name="Picture Placeholder 2"/>
          <p:cNvSpPr>
            <a:spLocks noGrp="1"/>
          </p:cNvSpPr>
          <p:nvPr>
            <p:ph type="pic" idx="27"/>
          </p:nvPr>
        </p:nvSpPr>
        <p:spPr>
          <a:xfrm>
            <a:off x="8382000" y="4876799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59" name="Picture Placeholder 2"/>
          <p:cNvSpPr>
            <a:spLocks noGrp="1"/>
          </p:cNvSpPr>
          <p:nvPr>
            <p:ph type="pic" idx="28"/>
          </p:nvPr>
        </p:nvSpPr>
        <p:spPr>
          <a:xfrm>
            <a:off x="8382000" y="5867399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993993"/>
            <a:ext cx="12192000" cy="453807"/>
          </a:xfrm>
          <a:prstGeom prst="rect">
            <a:avLst/>
          </a:prstGeom>
          <a:solidFill>
            <a:srgbClr val="4949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icture Placeholder 2"/>
          <p:cNvSpPr>
            <a:spLocks noGrp="1"/>
          </p:cNvSpPr>
          <p:nvPr>
            <p:ph type="pic" idx="29"/>
          </p:nvPr>
        </p:nvSpPr>
        <p:spPr>
          <a:xfrm>
            <a:off x="10363200" y="1905000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4" name="Picture Placeholder 2"/>
          <p:cNvSpPr>
            <a:spLocks noGrp="1"/>
          </p:cNvSpPr>
          <p:nvPr>
            <p:ph type="pic" idx="30"/>
          </p:nvPr>
        </p:nvSpPr>
        <p:spPr>
          <a:xfrm>
            <a:off x="10338262" y="2903914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5" name="Picture Placeholder 2"/>
          <p:cNvSpPr>
            <a:spLocks noGrp="1"/>
          </p:cNvSpPr>
          <p:nvPr>
            <p:ph type="pic" idx="31"/>
          </p:nvPr>
        </p:nvSpPr>
        <p:spPr>
          <a:xfrm>
            <a:off x="10338262" y="3894514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6" name="Picture Placeholder 2"/>
          <p:cNvSpPr>
            <a:spLocks noGrp="1"/>
          </p:cNvSpPr>
          <p:nvPr>
            <p:ph type="pic" idx="32"/>
          </p:nvPr>
        </p:nvSpPr>
        <p:spPr>
          <a:xfrm>
            <a:off x="10338262" y="4885113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7" name="Picture Placeholder 2"/>
          <p:cNvSpPr>
            <a:spLocks noGrp="1"/>
          </p:cNvSpPr>
          <p:nvPr>
            <p:ph type="pic" idx="33"/>
          </p:nvPr>
        </p:nvSpPr>
        <p:spPr>
          <a:xfrm>
            <a:off x="10338262" y="5875713"/>
            <a:ext cx="15240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8" name="Picture Placeholder 2"/>
          <p:cNvSpPr>
            <a:spLocks noGrp="1"/>
          </p:cNvSpPr>
          <p:nvPr>
            <p:ph type="pic" idx="34"/>
          </p:nvPr>
        </p:nvSpPr>
        <p:spPr>
          <a:xfrm>
            <a:off x="4495800" y="1905000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99" name="Picture Placeholder 2"/>
          <p:cNvSpPr>
            <a:spLocks noGrp="1"/>
          </p:cNvSpPr>
          <p:nvPr>
            <p:ph type="pic" idx="35"/>
          </p:nvPr>
        </p:nvSpPr>
        <p:spPr>
          <a:xfrm>
            <a:off x="4470862" y="2903914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0" name="Picture Placeholder 2"/>
          <p:cNvSpPr>
            <a:spLocks noGrp="1"/>
          </p:cNvSpPr>
          <p:nvPr>
            <p:ph type="pic" idx="36"/>
          </p:nvPr>
        </p:nvSpPr>
        <p:spPr>
          <a:xfrm>
            <a:off x="4470862" y="3894514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1" name="Picture Placeholder 2"/>
          <p:cNvSpPr>
            <a:spLocks noGrp="1"/>
          </p:cNvSpPr>
          <p:nvPr>
            <p:ph type="pic" idx="37"/>
          </p:nvPr>
        </p:nvSpPr>
        <p:spPr>
          <a:xfrm>
            <a:off x="4470862" y="4885113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02" name="Picture Placeholder 2"/>
          <p:cNvSpPr>
            <a:spLocks noGrp="1"/>
          </p:cNvSpPr>
          <p:nvPr>
            <p:ph type="pic" idx="38"/>
          </p:nvPr>
        </p:nvSpPr>
        <p:spPr>
          <a:xfrm>
            <a:off x="4470862" y="5875713"/>
            <a:ext cx="1447800" cy="6096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468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13"/>
          <p:cNvSpPr/>
          <p:nvPr userDrawn="1"/>
        </p:nvSpPr>
        <p:spPr>
          <a:xfrm rot="5400000">
            <a:off x="-51130" y="62691"/>
            <a:ext cx="1130960" cy="6096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19035"/>
              <a:gd name="connsiteY0" fmla="*/ 0 h 21600"/>
              <a:gd name="connsiteX1" fmla="*/ 18125 w 19035"/>
              <a:gd name="connsiteY1" fmla="*/ 0 h 21600"/>
              <a:gd name="connsiteX2" fmla="*/ 18334 w 19035"/>
              <a:gd name="connsiteY2" fmla="*/ 10800 h 21600"/>
              <a:gd name="connsiteX3" fmla="*/ 18125 w 19035"/>
              <a:gd name="connsiteY3" fmla="*/ 21600 h 21600"/>
              <a:gd name="connsiteX4" fmla="*/ 3475 w 19035"/>
              <a:gd name="connsiteY4" fmla="*/ 21600 h 21600"/>
              <a:gd name="connsiteX5" fmla="*/ 0 w 19035"/>
              <a:gd name="connsiteY5" fmla="*/ 10800 h 21600"/>
              <a:gd name="connsiteX6" fmla="*/ 3475 w 19035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415 w 15975"/>
              <a:gd name="connsiteY0" fmla="*/ 0 h 21600"/>
              <a:gd name="connsiteX1" fmla="*/ 15065 w 15975"/>
              <a:gd name="connsiteY1" fmla="*/ 0 h 21600"/>
              <a:gd name="connsiteX2" fmla="*/ 15274 w 15975"/>
              <a:gd name="connsiteY2" fmla="*/ 10800 h 21600"/>
              <a:gd name="connsiteX3" fmla="*/ 15065 w 15975"/>
              <a:gd name="connsiteY3" fmla="*/ 21600 h 21600"/>
              <a:gd name="connsiteX4" fmla="*/ 415 w 15975"/>
              <a:gd name="connsiteY4" fmla="*/ 21600 h 21600"/>
              <a:gd name="connsiteX5" fmla="*/ 3857 w 15975"/>
              <a:gd name="connsiteY5" fmla="*/ 10800 h 21600"/>
              <a:gd name="connsiteX6" fmla="*/ 415 w 15975"/>
              <a:gd name="connsiteY6" fmla="*/ 0 h 21600"/>
              <a:gd name="connsiteX0" fmla="*/ 728 w 16288"/>
              <a:gd name="connsiteY0" fmla="*/ 0 h 21600"/>
              <a:gd name="connsiteX1" fmla="*/ 15378 w 16288"/>
              <a:gd name="connsiteY1" fmla="*/ 0 h 21600"/>
              <a:gd name="connsiteX2" fmla="*/ 15587 w 16288"/>
              <a:gd name="connsiteY2" fmla="*/ 10800 h 21600"/>
              <a:gd name="connsiteX3" fmla="*/ 15378 w 16288"/>
              <a:gd name="connsiteY3" fmla="*/ 21600 h 21600"/>
              <a:gd name="connsiteX4" fmla="*/ 728 w 16288"/>
              <a:gd name="connsiteY4" fmla="*/ 21600 h 21600"/>
              <a:gd name="connsiteX5" fmla="*/ 1288 w 16288"/>
              <a:gd name="connsiteY5" fmla="*/ 10800 h 21600"/>
              <a:gd name="connsiteX6" fmla="*/ 728 w 16288"/>
              <a:gd name="connsiteY6" fmla="*/ 0 h 21600"/>
              <a:gd name="connsiteX0" fmla="*/ 809 w 16369"/>
              <a:gd name="connsiteY0" fmla="*/ 0 h 21600"/>
              <a:gd name="connsiteX1" fmla="*/ 15459 w 16369"/>
              <a:gd name="connsiteY1" fmla="*/ 0 h 21600"/>
              <a:gd name="connsiteX2" fmla="*/ 15668 w 16369"/>
              <a:gd name="connsiteY2" fmla="*/ 10800 h 21600"/>
              <a:gd name="connsiteX3" fmla="*/ 15459 w 16369"/>
              <a:gd name="connsiteY3" fmla="*/ 21600 h 21600"/>
              <a:gd name="connsiteX4" fmla="*/ 809 w 16369"/>
              <a:gd name="connsiteY4" fmla="*/ 21600 h 21600"/>
              <a:gd name="connsiteX5" fmla="*/ 985 w 16369"/>
              <a:gd name="connsiteY5" fmla="*/ 10800 h 21600"/>
              <a:gd name="connsiteX6" fmla="*/ 809 w 16369"/>
              <a:gd name="connsiteY6" fmla="*/ 0 h 21600"/>
              <a:gd name="connsiteX0" fmla="*/ 1313 w 16873"/>
              <a:gd name="connsiteY0" fmla="*/ 0 h 21600"/>
              <a:gd name="connsiteX1" fmla="*/ 15963 w 16873"/>
              <a:gd name="connsiteY1" fmla="*/ 0 h 21600"/>
              <a:gd name="connsiteX2" fmla="*/ 16172 w 16873"/>
              <a:gd name="connsiteY2" fmla="*/ 10800 h 21600"/>
              <a:gd name="connsiteX3" fmla="*/ 15963 w 16873"/>
              <a:gd name="connsiteY3" fmla="*/ 21600 h 21600"/>
              <a:gd name="connsiteX4" fmla="*/ 1313 w 16873"/>
              <a:gd name="connsiteY4" fmla="*/ 21600 h 21600"/>
              <a:gd name="connsiteX5" fmla="*/ 144 w 16873"/>
              <a:gd name="connsiteY5" fmla="*/ 11256 h 21600"/>
              <a:gd name="connsiteX6" fmla="*/ 1313 w 1687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73" h="21600">
                <a:moveTo>
                  <a:pt x="1313" y="0"/>
                </a:moveTo>
                <a:lnTo>
                  <a:pt x="15963" y="0"/>
                </a:lnTo>
                <a:cubicBezTo>
                  <a:pt x="17882" y="0"/>
                  <a:pt x="16172" y="4835"/>
                  <a:pt x="16172" y="10800"/>
                </a:cubicBezTo>
                <a:cubicBezTo>
                  <a:pt x="16172" y="16765"/>
                  <a:pt x="17882" y="21600"/>
                  <a:pt x="15963" y="21600"/>
                </a:cubicBezTo>
                <a:lnTo>
                  <a:pt x="1313" y="21600"/>
                </a:lnTo>
                <a:cubicBezTo>
                  <a:pt x="-606" y="21600"/>
                  <a:pt x="144" y="17221"/>
                  <a:pt x="144" y="11256"/>
                </a:cubicBezTo>
                <a:cubicBezTo>
                  <a:pt x="144" y="5291"/>
                  <a:pt x="-606" y="0"/>
                  <a:pt x="131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Terminator 13"/>
          <p:cNvSpPr/>
          <p:nvPr userDrawn="1"/>
        </p:nvSpPr>
        <p:spPr>
          <a:xfrm rot="5400000">
            <a:off x="-51130" y="62691"/>
            <a:ext cx="1130960" cy="6096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19035"/>
              <a:gd name="connsiteY0" fmla="*/ 0 h 21600"/>
              <a:gd name="connsiteX1" fmla="*/ 18125 w 19035"/>
              <a:gd name="connsiteY1" fmla="*/ 0 h 21600"/>
              <a:gd name="connsiteX2" fmla="*/ 18334 w 19035"/>
              <a:gd name="connsiteY2" fmla="*/ 10800 h 21600"/>
              <a:gd name="connsiteX3" fmla="*/ 18125 w 19035"/>
              <a:gd name="connsiteY3" fmla="*/ 21600 h 21600"/>
              <a:gd name="connsiteX4" fmla="*/ 3475 w 19035"/>
              <a:gd name="connsiteY4" fmla="*/ 21600 h 21600"/>
              <a:gd name="connsiteX5" fmla="*/ 0 w 19035"/>
              <a:gd name="connsiteY5" fmla="*/ 10800 h 21600"/>
              <a:gd name="connsiteX6" fmla="*/ 3475 w 19035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415 w 15975"/>
              <a:gd name="connsiteY0" fmla="*/ 0 h 21600"/>
              <a:gd name="connsiteX1" fmla="*/ 15065 w 15975"/>
              <a:gd name="connsiteY1" fmla="*/ 0 h 21600"/>
              <a:gd name="connsiteX2" fmla="*/ 15274 w 15975"/>
              <a:gd name="connsiteY2" fmla="*/ 10800 h 21600"/>
              <a:gd name="connsiteX3" fmla="*/ 15065 w 15975"/>
              <a:gd name="connsiteY3" fmla="*/ 21600 h 21600"/>
              <a:gd name="connsiteX4" fmla="*/ 415 w 15975"/>
              <a:gd name="connsiteY4" fmla="*/ 21600 h 21600"/>
              <a:gd name="connsiteX5" fmla="*/ 3857 w 15975"/>
              <a:gd name="connsiteY5" fmla="*/ 10800 h 21600"/>
              <a:gd name="connsiteX6" fmla="*/ 415 w 15975"/>
              <a:gd name="connsiteY6" fmla="*/ 0 h 21600"/>
              <a:gd name="connsiteX0" fmla="*/ 728 w 16288"/>
              <a:gd name="connsiteY0" fmla="*/ 0 h 21600"/>
              <a:gd name="connsiteX1" fmla="*/ 15378 w 16288"/>
              <a:gd name="connsiteY1" fmla="*/ 0 h 21600"/>
              <a:gd name="connsiteX2" fmla="*/ 15587 w 16288"/>
              <a:gd name="connsiteY2" fmla="*/ 10800 h 21600"/>
              <a:gd name="connsiteX3" fmla="*/ 15378 w 16288"/>
              <a:gd name="connsiteY3" fmla="*/ 21600 h 21600"/>
              <a:gd name="connsiteX4" fmla="*/ 728 w 16288"/>
              <a:gd name="connsiteY4" fmla="*/ 21600 h 21600"/>
              <a:gd name="connsiteX5" fmla="*/ 1288 w 16288"/>
              <a:gd name="connsiteY5" fmla="*/ 10800 h 21600"/>
              <a:gd name="connsiteX6" fmla="*/ 728 w 16288"/>
              <a:gd name="connsiteY6" fmla="*/ 0 h 21600"/>
              <a:gd name="connsiteX0" fmla="*/ 809 w 16369"/>
              <a:gd name="connsiteY0" fmla="*/ 0 h 21600"/>
              <a:gd name="connsiteX1" fmla="*/ 15459 w 16369"/>
              <a:gd name="connsiteY1" fmla="*/ 0 h 21600"/>
              <a:gd name="connsiteX2" fmla="*/ 15668 w 16369"/>
              <a:gd name="connsiteY2" fmla="*/ 10800 h 21600"/>
              <a:gd name="connsiteX3" fmla="*/ 15459 w 16369"/>
              <a:gd name="connsiteY3" fmla="*/ 21600 h 21600"/>
              <a:gd name="connsiteX4" fmla="*/ 809 w 16369"/>
              <a:gd name="connsiteY4" fmla="*/ 21600 h 21600"/>
              <a:gd name="connsiteX5" fmla="*/ 985 w 16369"/>
              <a:gd name="connsiteY5" fmla="*/ 10800 h 21600"/>
              <a:gd name="connsiteX6" fmla="*/ 809 w 16369"/>
              <a:gd name="connsiteY6" fmla="*/ 0 h 21600"/>
              <a:gd name="connsiteX0" fmla="*/ 1313 w 16873"/>
              <a:gd name="connsiteY0" fmla="*/ 0 h 21600"/>
              <a:gd name="connsiteX1" fmla="*/ 15963 w 16873"/>
              <a:gd name="connsiteY1" fmla="*/ 0 h 21600"/>
              <a:gd name="connsiteX2" fmla="*/ 16172 w 16873"/>
              <a:gd name="connsiteY2" fmla="*/ 10800 h 21600"/>
              <a:gd name="connsiteX3" fmla="*/ 15963 w 16873"/>
              <a:gd name="connsiteY3" fmla="*/ 21600 h 21600"/>
              <a:gd name="connsiteX4" fmla="*/ 1313 w 16873"/>
              <a:gd name="connsiteY4" fmla="*/ 21600 h 21600"/>
              <a:gd name="connsiteX5" fmla="*/ 144 w 16873"/>
              <a:gd name="connsiteY5" fmla="*/ 11256 h 21600"/>
              <a:gd name="connsiteX6" fmla="*/ 1313 w 1687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73" h="21600">
                <a:moveTo>
                  <a:pt x="1313" y="0"/>
                </a:moveTo>
                <a:lnTo>
                  <a:pt x="15963" y="0"/>
                </a:lnTo>
                <a:cubicBezTo>
                  <a:pt x="17882" y="0"/>
                  <a:pt x="16172" y="4835"/>
                  <a:pt x="16172" y="10800"/>
                </a:cubicBezTo>
                <a:cubicBezTo>
                  <a:pt x="16172" y="16765"/>
                  <a:pt x="17882" y="21600"/>
                  <a:pt x="15963" y="21600"/>
                </a:cubicBezTo>
                <a:lnTo>
                  <a:pt x="1313" y="21600"/>
                </a:lnTo>
                <a:cubicBezTo>
                  <a:pt x="-606" y="21600"/>
                  <a:pt x="144" y="17221"/>
                  <a:pt x="144" y="11256"/>
                </a:cubicBezTo>
                <a:cubicBezTo>
                  <a:pt x="144" y="5291"/>
                  <a:pt x="-606" y="0"/>
                  <a:pt x="1313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lide Number Placeholder 12"/>
          <p:cNvSpPr txBox="1">
            <a:spLocks/>
          </p:cNvSpPr>
          <p:nvPr userDrawn="1"/>
        </p:nvSpPr>
        <p:spPr>
          <a:xfrm>
            <a:off x="1" y="6492875"/>
            <a:ext cx="4360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8F0396-9C7D-468F-908F-2B2A0639C2C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693873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08415" y="128789"/>
            <a:ext cx="953589" cy="64894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990600" y="1333500"/>
            <a:ext cx="10287000" cy="50863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Flowchart: Terminator 13"/>
          <p:cNvSpPr/>
          <p:nvPr userDrawn="1"/>
        </p:nvSpPr>
        <p:spPr>
          <a:xfrm rot="5400000">
            <a:off x="-51130" y="62691"/>
            <a:ext cx="1130960" cy="6096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19035"/>
              <a:gd name="connsiteY0" fmla="*/ 0 h 21600"/>
              <a:gd name="connsiteX1" fmla="*/ 18125 w 19035"/>
              <a:gd name="connsiteY1" fmla="*/ 0 h 21600"/>
              <a:gd name="connsiteX2" fmla="*/ 18334 w 19035"/>
              <a:gd name="connsiteY2" fmla="*/ 10800 h 21600"/>
              <a:gd name="connsiteX3" fmla="*/ 18125 w 19035"/>
              <a:gd name="connsiteY3" fmla="*/ 21600 h 21600"/>
              <a:gd name="connsiteX4" fmla="*/ 3475 w 19035"/>
              <a:gd name="connsiteY4" fmla="*/ 21600 h 21600"/>
              <a:gd name="connsiteX5" fmla="*/ 0 w 19035"/>
              <a:gd name="connsiteY5" fmla="*/ 10800 h 21600"/>
              <a:gd name="connsiteX6" fmla="*/ 3475 w 19035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911 w 16471"/>
              <a:gd name="connsiteY0" fmla="*/ 0 h 21600"/>
              <a:gd name="connsiteX1" fmla="*/ 15561 w 16471"/>
              <a:gd name="connsiteY1" fmla="*/ 0 h 21600"/>
              <a:gd name="connsiteX2" fmla="*/ 15770 w 16471"/>
              <a:gd name="connsiteY2" fmla="*/ 10800 h 21600"/>
              <a:gd name="connsiteX3" fmla="*/ 15561 w 16471"/>
              <a:gd name="connsiteY3" fmla="*/ 21600 h 21600"/>
              <a:gd name="connsiteX4" fmla="*/ 911 w 16471"/>
              <a:gd name="connsiteY4" fmla="*/ 21600 h 21600"/>
              <a:gd name="connsiteX5" fmla="*/ 702 w 16471"/>
              <a:gd name="connsiteY5" fmla="*/ 10800 h 21600"/>
              <a:gd name="connsiteX6" fmla="*/ 911 w 16471"/>
              <a:gd name="connsiteY6" fmla="*/ 0 h 21600"/>
              <a:gd name="connsiteX0" fmla="*/ 415 w 15975"/>
              <a:gd name="connsiteY0" fmla="*/ 0 h 21600"/>
              <a:gd name="connsiteX1" fmla="*/ 15065 w 15975"/>
              <a:gd name="connsiteY1" fmla="*/ 0 h 21600"/>
              <a:gd name="connsiteX2" fmla="*/ 15274 w 15975"/>
              <a:gd name="connsiteY2" fmla="*/ 10800 h 21600"/>
              <a:gd name="connsiteX3" fmla="*/ 15065 w 15975"/>
              <a:gd name="connsiteY3" fmla="*/ 21600 h 21600"/>
              <a:gd name="connsiteX4" fmla="*/ 415 w 15975"/>
              <a:gd name="connsiteY4" fmla="*/ 21600 h 21600"/>
              <a:gd name="connsiteX5" fmla="*/ 3857 w 15975"/>
              <a:gd name="connsiteY5" fmla="*/ 10800 h 21600"/>
              <a:gd name="connsiteX6" fmla="*/ 415 w 15975"/>
              <a:gd name="connsiteY6" fmla="*/ 0 h 21600"/>
              <a:gd name="connsiteX0" fmla="*/ 728 w 16288"/>
              <a:gd name="connsiteY0" fmla="*/ 0 h 21600"/>
              <a:gd name="connsiteX1" fmla="*/ 15378 w 16288"/>
              <a:gd name="connsiteY1" fmla="*/ 0 h 21600"/>
              <a:gd name="connsiteX2" fmla="*/ 15587 w 16288"/>
              <a:gd name="connsiteY2" fmla="*/ 10800 h 21600"/>
              <a:gd name="connsiteX3" fmla="*/ 15378 w 16288"/>
              <a:gd name="connsiteY3" fmla="*/ 21600 h 21600"/>
              <a:gd name="connsiteX4" fmla="*/ 728 w 16288"/>
              <a:gd name="connsiteY4" fmla="*/ 21600 h 21600"/>
              <a:gd name="connsiteX5" fmla="*/ 1288 w 16288"/>
              <a:gd name="connsiteY5" fmla="*/ 10800 h 21600"/>
              <a:gd name="connsiteX6" fmla="*/ 728 w 16288"/>
              <a:gd name="connsiteY6" fmla="*/ 0 h 21600"/>
              <a:gd name="connsiteX0" fmla="*/ 809 w 16369"/>
              <a:gd name="connsiteY0" fmla="*/ 0 h 21600"/>
              <a:gd name="connsiteX1" fmla="*/ 15459 w 16369"/>
              <a:gd name="connsiteY1" fmla="*/ 0 h 21600"/>
              <a:gd name="connsiteX2" fmla="*/ 15668 w 16369"/>
              <a:gd name="connsiteY2" fmla="*/ 10800 h 21600"/>
              <a:gd name="connsiteX3" fmla="*/ 15459 w 16369"/>
              <a:gd name="connsiteY3" fmla="*/ 21600 h 21600"/>
              <a:gd name="connsiteX4" fmla="*/ 809 w 16369"/>
              <a:gd name="connsiteY4" fmla="*/ 21600 h 21600"/>
              <a:gd name="connsiteX5" fmla="*/ 985 w 16369"/>
              <a:gd name="connsiteY5" fmla="*/ 10800 h 21600"/>
              <a:gd name="connsiteX6" fmla="*/ 809 w 16369"/>
              <a:gd name="connsiteY6" fmla="*/ 0 h 21600"/>
              <a:gd name="connsiteX0" fmla="*/ 1313 w 16873"/>
              <a:gd name="connsiteY0" fmla="*/ 0 h 21600"/>
              <a:gd name="connsiteX1" fmla="*/ 15963 w 16873"/>
              <a:gd name="connsiteY1" fmla="*/ 0 h 21600"/>
              <a:gd name="connsiteX2" fmla="*/ 16172 w 16873"/>
              <a:gd name="connsiteY2" fmla="*/ 10800 h 21600"/>
              <a:gd name="connsiteX3" fmla="*/ 15963 w 16873"/>
              <a:gd name="connsiteY3" fmla="*/ 21600 h 21600"/>
              <a:gd name="connsiteX4" fmla="*/ 1313 w 16873"/>
              <a:gd name="connsiteY4" fmla="*/ 21600 h 21600"/>
              <a:gd name="connsiteX5" fmla="*/ 144 w 16873"/>
              <a:gd name="connsiteY5" fmla="*/ 11256 h 21600"/>
              <a:gd name="connsiteX6" fmla="*/ 1313 w 16873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73" h="21600">
                <a:moveTo>
                  <a:pt x="1313" y="0"/>
                </a:moveTo>
                <a:lnTo>
                  <a:pt x="15963" y="0"/>
                </a:lnTo>
                <a:cubicBezTo>
                  <a:pt x="17882" y="0"/>
                  <a:pt x="16172" y="4835"/>
                  <a:pt x="16172" y="10800"/>
                </a:cubicBezTo>
                <a:cubicBezTo>
                  <a:pt x="16172" y="16765"/>
                  <a:pt x="17882" y="21600"/>
                  <a:pt x="15963" y="21600"/>
                </a:cubicBezTo>
                <a:lnTo>
                  <a:pt x="1313" y="21600"/>
                </a:lnTo>
                <a:cubicBezTo>
                  <a:pt x="-606" y="21600"/>
                  <a:pt x="144" y="17221"/>
                  <a:pt x="144" y="11256"/>
                </a:cubicBezTo>
                <a:cubicBezTo>
                  <a:pt x="144" y="5291"/>
                  <a:pt x="-606" y="0"/>
                  <a:pt x="1313" y="0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9264" y="173736"/>
            <a:ext cx="10232136" cy="841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baseline="0">
                <a:latin typeface="+mn-lt"/>
              </a:defRPr>
            </a:lvl1pPr>
          </a:lstStyle>
          <a:p>
            <a:r>
              <a:rPr lang="en-US" dirty="0"/>
              <a:t>Title Slide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" y="6492875"/>
            <a:ext cx="436098" cy="365125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D98F0396-9C7D-468F-908F-2B2A0639C2C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7888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330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19" r:id="rId4"/>
    <p:sldLayoutId id="2147483721" r:id="rId5"/>
    <p:sldLayoutId id="2147483753" r:id="rId6"/>
    <p:sldLayoutId id="2147483722" r:id="rId7"/>
    <p:sldLayoutId id="2147483754" r:id="rId8"/>
    <p:sldLayoutId id="2147483723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36" r:id="rId19"/>
    <p:sldLayoutId id="2147483737" r:id="rId20"/>
    <p:sldLayoutId id="2147483738" r:id="rId21"/>
    <p:sldLayoutId id="2147483739" r:id="rId22"/>
    <p:sldLayoutId id="2147483740" r:id="rId23"/>
    <p:sldLayoutId id="2147483741" r:id="rId24"/>
    <p:sldLayoutId id="2147483742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48" r:id="rId31"/>
    <p:sldLayoutId id="2147483749" r:id="rId32"/>
    <p:sldLayoutId id="2147483755" r:id="rId33"/>
    <p:sldLayoutId id="2147483756" r:id="rId34"/>
    <p:sldLayoutId id="2147483757" r:id="rId35"/>
    <p:sldLayoutId id="2147483758" r:id="rId36"/>
    <p:sldLayoutId id="2147483760" r:id="rId37"/>
    <p:sldLayoutId id="2147483762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85531" y="0"/>
            <a:ext cx="5189834" cy="6858000"/>
          </a:xfrm>
          <a:prstGeom prst="rect">
            <a:avLst/>
          </a:prstGeom>
          <a:solidFill>
            <a:srgbClr val="00B0F0">
              <a:alpha val="9300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05799"/>
            <a:ext cx="1371838" cy="9531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B3A533-DCC8-BBCD-7039-8497500DBACB}"/>
              </a:ext>
            </a:extLst>
          </p:cNvPr>
          <p:cNvSpPr txBox="1"/>
          <p:nvPr/>
        </p:nvSpPr>
        <p:spPr>
          <a:xfrm>
            <a:off x="228599" y="2362200"/>
            <a:ext cx="5146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+mn-lt"/>
              </a:rPr>
              <a:t>CC Procurement Approval Rules Setup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23A10-C22A-A247-471D-8E683CBDA214}"/>
              </a:ext>
            </a:extLst>
          </p:cNvPr>
          <p:cNvSpPr txBox="1"/>
          <p:nvPr/>
        </p:nvSpPr>
        <p:spPr>
          <a:xfrm>
            <a:off x="1524000" y="6019800"/>
            <a:ext cx="3733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+mn-lt"/>
              </a:rPr>
              <a:t>Adhish Gosavi</a:t>
            </a:r>
          </a:p>
        </p:txBody>
      </p:sp>
    </p:spTree>
    <p:extLst>
      <p:ext uri="{BB962C8B-B14F-4D97-AF65-F5344CB8AC3E}">
        <p14:creationId xmlns:p14="http://schemas.microsoft.com/office/powerpoint/2010/main" val="3899760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6657CD2-6528-4368-B3F7-633C0BFE8E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lvl="1" indent="0">
              <a:buNone/>
            </a:pPr>
            <a:endParaRPr lang="en-US" sz="2400" dirty="0">
              <a:latin typeface="+mn-lt"/>
            </a:endParaRPr>
          </a:p>
          <a:p>
            <a:pPr lvl="1"/>
            <a:r>
              <a:rPr lang="en-US" sz="2400" dirty="0"/>
              <a:t>A purchase requisition typically contains the description and quantity of the goods or services to be purchased, a required delivery date, account number and the amount of money that the purchasing department is authorized to spend for the goods or services.</a:t>
            </a:r>
            <a:endParaRPr lang="en-US" sz="2400" dirty="0">
              <a:latin typeface="+mn-lt"/>
            </a:endParaRPr>
          </a:p>
          <a:p>
            <a:pPr lvl="1"/>
            <a:endParaRPr lang="en-US" sz="2400" dirty="0">
              <a:latin typeface="+mn-lt"/>
            </a:endParaRPr>
          </a:p>
          <a:p>
            <a:pPr lvl="1"/>
            <a:endParaRPr lang="en-US" sz="2400" dirty="0">
              <a:latin typeface="+mn-lt"/>
            </a:endParaRPr>
          </a:p>
          <a:p>
            <a:pPr marL="457200" lvl="1" indent="0">
              <a:buNone/>
            </a:pPr>
            <a:endParaRPr lang="en-US" sz="2400" dirty="0"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D7677-6AC4-4824-A616-D9BC4A68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2400"/>
            <a:ext cx="10232136" cy="841248"/>
          </a:xfrm>
        </p:spPr>
        <p:txBody>
          <a:bodyPr/>
          <a:lstStyle/>
          <a:p>
            <a:r>
              <a:rPr lang="en-US" dirty="0"/>
              <a:t>1. Requisition</a:t>
            </a:r>
          </a:p>
        </p:txBody>
      </p:sp>
    </p:spTree>
    <p:extLst>
      <p:ext uri="{BB962C8B-B14F-4D97-AF65-F5344CB8AC3E}">
        <p14:creationId xmlns:p14="http://schemas.microsoft.com/office/powerpoint/2010/main" val="3403207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7C8786-060A-F9E5-BFF1-A432418BC4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23BDF7-1C39-1B98-A8E0-756C659F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Sample requisition Creation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F252B-2A17-59D2-535D-C928BCD7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9041"/>
            <a:ext cx="12192000" cy="439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429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0AB88D-A0F8-A405-DC5D-CDC64770D6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333500"/>
            <a:ext cx="12192000" cy="3086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CD6E7A-8B58-E5D7-4A86-BC98F169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Introduction to Approvals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4C3F07-7BA4-5DAA-7BE6-206BA45F6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3000"/>
            <a:ext cx="121920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1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D986D0-16D0-C705-BF80-A35B8EC1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Approver </a:t>
            </a:r>
            <a:r>
              <a:rPr lang="en-US" dirty="0" err="1"/>
              <a:t>Hirarchy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7E23F-29BD-F31D-6A51-CF8C5BAE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" y="1524000"/>
            <a:ext cx="12192000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06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8ACB57-A214-AAFD-1618-00E4D5581A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B0F0"/>
                </a:solidFill>
              </a:rPr>
              <a:t>A1&lt;A2&lt;B1&lt;B2&lt;C1&lt;C2&lt;D1&lt;D2</a:t>
            </a:r>
          </a:p>
          <a:p>
            <a:r>
              <a:rPr lang="en-US" sz="3200" dirty="0">
                <a:solidFill>
                  <a:srgbClr val="00B0F0"/>
                </a:solidFill>
              </a:rPr>
              <a:t>Higher the job level more the approval limit.</a:t>
            </a:r>
          </a:p>
          <a:p>
            <a:r>
              <a:rPr lang="en-US" sz="3200" dirty="0">
                <a:solidFill>
                  <a:srgbClr val="00B0F0"/>
                </a:solidFill>
              </a:rPr>
              <a:t>Create Job.</a:t>
            </a:r>
          </a:p>
          <a:p>
            <a:endParaRPr lang="en-US" sz="3200" dirty="0">
              <a:solidFill>
                <a:srgbClr val="00B0F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D5B98F-B296-645E-22D2-3B1452F94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Job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CF7C77-DCA9-FCAB-32D9-F95BAD6A5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81916"/>
            <a:ext cx="12192000" cy="362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13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DFC1D6-66B7-F309-B0B5-EA7549E5D9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1&lt;4&lt;10&lt;20&lt;40……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0F196A4-092E-9AD9-A7D9-8006C98B3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Job levels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047A1F-4CB3-C5C1-F1CA-061F053B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62200"/>
            <a:ext cx="12192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83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8D0612-7C9E-322B-1438-44BFADA3F3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To Check-  Tools- Users- Search- Name</a:t>
            </a:r>
          </a:p>
          <a:p>
            <a:r>
              <a:rPr lang="en-US" dirty="0"/>
              <a:t>To modify- Global Search- Manage Users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85054-11AD-CF51-7A95-A89A06D7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How to access job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AC3AA-3752-78A2-83FD-8AC5A60DD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2192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83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37AD6-4C8C-98CC-32EC-824A83338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28600" y="1333500"/>
            <a:ext cx="11049000" cy="5086350"/>
          </a:xfrm>
        </p:spPr>
        <p:txBody>
          <a:bodyPr/>
          <a:lstStyle/>
          <a:p>
            <a:r>
              <a:rPr lang="en-US" sz="2800" dirty="0">
                <a:solidFill>
                  <a:srgbClr val="00B0F0"/>
                </a:solidFill>
              </a:rPr>
              <a:t>$0 to $1000- </a:t>
            </a:r>
            <a:r>
              <a:rPr lang="en-US" sz="2800" dirty="0">
                <a:solidFill>
                  <a:srgbClr val="663366"/>
                </a:solidFill>
              </a:rPr>
              <a:t>A1</a:t>
            </a:r>
          </a:p>
          <a:p>
            <a:r>
              <a:rPr lang="en-US" sz="2800" dirty="0">
                <a:solidFill>
                  <a:srgbClr val="00B0F0"/>
                </a:solidFill>
              </a:rPr>
              <a:t>$1001 to $1500- </a:t>
            </a:r>
            <a:r>
              <a:rPr lang="en-US" sz="2800" dirty="0">
                <a:solidFill>
                  <a:srgbClr val="663366"/>
                </a:solidFill>
              </a:rPr>
              <a:t>A1 &amp; A2</a:t>
            </a:r>
          </a:p>
          <a:p>
            <a:r>
              <a:rPr lang="en-US" sz="2800" dirty="0">
                <a:solidFill>
                  <a:srgbClr val="00B0F0"/>
                </a:solidFill>
              </a:rPr>
              <a:t>$1501 to $2500- </a:t>
            </a:r>
            <a:r>
              <a:rPr lang="en-US" sz="2800" dirty="0">
                <a:solidFill>
                  <a:srgbClr val="663366"/>
                </a:solidFill>
              </a:rPr>
              <a:t>A1 &amp; A2 &amp; B1</a:t>
            </a:r>
          </a:p>
          <a:p>
            <a:r>
              <a:rPr lang="en-US" sz="2800" dirty="0">
                <a:solidFill>
                  <a:srgbClr val="00B0F0"/>
                </a:solidFill>
              </a:rPr>
              <a:t>$2501 to $7300- </a:t>
            </a:r>
            <a:r>
              <a:rPr lang="en-US" sz="2800" dirty="0">
                <a:solidFill>
                  <a:srgbClr val="663366"/>
                </a:solidFill>
              </a:rPr>
              <a:t>A1-A2-B1-B2-C1-C2-D1-D2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EEB71D-340F-3A57-11B5-DA2825F5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Flow of Approvals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2990A7-738C-1292-6929-35ADD05C2D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3866976"/>
              </p:ext>
            </p:extLst>
          </p:nvPr>
        </p:nvGraphicFramePr>
        <p:xfrm>
          <a:off x="8001000" y="1447800"/>
          <a:ext cx="2971800" cy="3581397"/>
        </p:xfrm>
        <a:graphic>
          <a:graphicData uri="http://schemas.openxmlformats.org/drawingml/2006/table">
            <a:tbl>
              <a:tblPr>
                <a:tableStyleId>{20DF29CA-640E-4033-99DA-F29717B27EC1}</a:tableStyleId>
              </a:tblPr>
              <a:tblGrid>
                <a:gridCol w="1226457">
                  <a:extLst>
                    <a:ext uri="{9D8B030D-6E8A-4147-A177-3AD203B41FA5}">
                      <a16:colId xmlns:a16="http://schemas.microsoft.com/office/drawing/2014/main" val="1253285209"/>
                    </a:ext>
                  </a:extLst>
                </a:gridCol>
                <a:gridCol w="1745343">
                  <a:extLst>
                    <a:ext uri="{9D8B030D-6E8A-4147-A177-3AD203B41FA5}">
                      <a16:colId xmlns:a16="http://schemas.microsoft.com/office/drawing/2014/main" val="3120041331"/>
                    </a:ext>
                  </a:extLst>
                </a:gridCol>
              </a:tblGrid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Employee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Approval Limit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54442281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1000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5718833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A2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0724013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B1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3000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0949985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B2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4000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8988332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C1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6566726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C2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6000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9788804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D1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7000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7227454"/>
                  </a:ext>
                </a:extLst>
              </a:tr>
              <a:tr h="39793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D2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8000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43270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221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1D95CA-1835-4C4B-540F-B1E5C94B26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Manage Requisition Approvals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DFE5BF-2FF0-DF26-1689-AA8B57A72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Approval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F38EA0-2D75-A4A6-146D-DDAD4E71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636" y="1850112"/>
            <a:ext cx="12192000" cy="453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98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8CF926-B787-78B5-48F4-93AC539384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B0F0"/>
                </a:solidFill>
              </a:rPr>
              <a:t>Parallel Routing</a:t>
            </a:r>
          </a:p>
          <a:p>
            <a:r>
              <a:rPr lang="en-US" dirty="0"/>
              <a:t>Consensus (Approver A and Approver B)</a:t>
            </a:r>
          </a:p>
          <a:p>
            <a:r>
              <a:rPr lang="en-US" dirty="0"/>
              <a:t>First Responder wins (Approver A or Approver B)</a:t>
            </a:r>
          </a:p>
          <a:p>
            <a:endParaRPr lang="en-US" dirty="0"/>
          </a:p>
          <a:p>
            <a:r>
              <a:rPr lang="en-US" sz="3200" dirty="0">
                <a:solidFill>
                  <a:srgbClr val="35A1DA"/>
                </a:solidFill>
              </a:rPr>
              <a:t>Serial Routing</a:t>
            </a:r>
          </a:p>
          <a:p>
            <a:r>
              <a:rPr lang="en-US" dirty="0"/>
              <a:t>(First Approver A then Approver B)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E61359-3A70-8891-A52B-0C9E05D18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Routing and Voting Regime</a:t>
            </a:r>
          </a:p>
        </p:txBody>
      </p:sp>
    </p:spTree>
    <p:extLst>
      <p:ext uri="{BB962C8B-B14F-4D97-AF65-F5344CB8AC3E}">
        <p14:creationId xmlns:p14="http://schemas.microsoft.com/office/powerpoint/2010/main" val="1777617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249E12-7697-0E4B-8ADD-192E8862AD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01E574-D72B-7511-13A1-57AC4A06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CC reference Jobs and Job levels</a:t>
            </a:r>
          </a:p>
        </p:txBody>
      </p:sp>
    </p:spTree>
    <p:extLst>
      <p:ext uri="{BB962C8B-B14F-4D97-AF65-F5344CB8AC3E}">
        <p14:creationId xmlns:p14="http://schemas.microsoft.com/office/powerpoint/2010/main" val="2711062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554B30-88BA-603B-2A46-CE5D1E30E1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83372F-A8A8-7E3D-64CE-471D92A7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 Setup Conditions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C6B9F-3935-D422-C1C0-3CFA7A205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12039600" cy="482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3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20A92-8F4E-0865-B65D-44A89BD0EE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Manage internal supplier registration approval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0F8083-EC84-04E4-91CC-D2F8F401A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13. Supplier Approval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84935-5152-946D-8524-A0F4FF42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6976"/>
            <a:ext cx="12192000" cy="26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02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75198E-46A6-3595-9742-1E0F745CD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BPM Worklist&gt; Name&gt; Administration&gt; Approval Groups&gt; Mail id of user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B0E08-C323-FD8A-FD6E-5821C2ADE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14. Approval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5965C-F8C3-7D89-C2D3-8A9736766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5720"/>
            <a:ext cx="12192000" cy="160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178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E84019-06DE-CDB5-0A05-11D44F6841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3DDD5D-8D60-A714-36F1-04E54EF0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15. Internal supplier profile change approval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209A6-2C89-90A5-6419-28A4ADFD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68" y="1953745"/>
            <a:ext cx="12192000" cy="384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69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085851-52F7-363A-FBEC-2A591CB152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085B1B-A43E-2A04-B606-BA43A799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169635213"/>
      </p:ext>
    </p:extLst>
  </p:cSld>
  <p:clrMapOvr>
    <a:masterClrMapping/>
  </p:clrMapOvr>
</p:sld>
</file>

<file path=ppt/theme/theme1.xml><?xml version="1.0" encoding="utf-8"?>
<a:theme xmlns:a="http://schemas.openxmlformats.org/drawingml/2006/main" name="Trinamix_TemplateVer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namix_Template_v4.0.potx" id="{183AB5BE-32AD-4A4D-A78F-94113C4AD98F}" vid="{4CFF53DF-50EB-4F57-B4AC-1A96BB5D679E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FDA2FC8FC8D04DB5C9B264DDE4D155" ma:contentTypeVersion="12" ma:contentTypeDescription="Create a new document." ma:contentTypeScope="" ma:versionID="378c5954ebc9370abfdc2e28316835b0">
  <xsd:schema xmlns:xsd="http://www.w3.org/2001/XMLSchema" xmlns:xs="http://www.w3.org/2001/XMLSchema" xmlns:p="http://schemas.microsoft.com/office/2006/metadata/properties" xmlns:ns2="e1876cd7-f9e7-4637-824f-cdf75e007719" xmlns:ns3="fca07c66-ed1b-4635-ab08-5c0bbb5a8745" targetNamespace="http://schemas.microsoft.com/office/2006/metadata/properties" ma:root="true" ma:fieldsID="0c1eb8615b6b5d7efdc77bf80bc6ee88" ns2:_="" ns3:_="">
    <xsd:import namespace="e1876cd7-f9e7-4637-824f-cdf75e007719"/>
    <xsd:import namespace="fca07c66-ed1b-4635-ab08-5c0bbb5a87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76cd7-f9e7-4637-824f-cdf75e0077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07c66-ed1b-4635-ab08-5c0bbb5a874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4B0993-8FE7-4871-A0C2-E3204ADA8C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876cd7-f9e7-4637-824f-cdf75e007719"/>
    <ds:schemaRef ds:uri="fca07c66-ed1b-4635-ab08-5c0bbb5a87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728BCF-AE6C-46BE-8445-247FCCE3D7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D52DE9-F653-4021-935F-164266D412CD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29759</TotalTime>
  <Words>270</Words>
  <Application>Microsoft Office PowerPoint</Application>
  <PresentationFormat>Widescreen</PresentationFormat>
  <Paragraphs>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Trinamix_TemplateVer2</vt:lpstr>
      <vt:lpstr>PowerPoint Presentation</vt:lpstr>
      <vt:lpstr>1. Requisition</vt:lpstr>
      <vt:lpstr>2. Sample requisition Creation </vt:lpstr>
      <vt:lpstr>3. Introduction to Approvals</vt:lpstr>
      <vt:lpstr>4. Approver Hirarchy</vt:lpstr>
      <vt:lpstr>5. Job levels</vt:lpstr>
      <vt:lpstr>6. Job levels</vt:lpstr>
      <vt:lpstr>7. How to access job level</vt:lpstr>
      <vt:lpstr>8. Flow of Approvals</vt:lpstr>
      <vt:lpstr>9. Approval Setup</vt:lpstr>
      <vt:lpstr>10. Routing and Voting Regime</vt:lpstr>
      <vt:lpstr>11. CC reference Jobs and Job levels</vt:lpstr>
      <vt:lpstr>12. Setup Conditions </vt:lpstr>
      <vt:lpstr>13. Supplier Approval</vt:lpstr>
      <vt:lpstr>14. Approval Groups</vt:lpstr>
      <vt:lpstr>15. Internal supplier profile change approval</vt:lpstr>
      <vt:lpstr>Thank you.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Amit Sharma</dc:creator>
  <cp:keywords/>
  <dc:description/>
  <cp:lastModifiedBy>Adhish Gosavi</cp:lastModifiedBy>
  <cp:revision>414</cp:revision>
  <dcterms:created xsi:type="dcterms:W3CDTF">2017-07-26T22:48:21Z</dcterms:created>
  <dcterms:modified xsi:type="dcterms:W3CDTF">2023-09-22T09:56:28Z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0x01010046FDA2FC8FC8D04DB5C9B264DDE4D155</vt:lpwstr>
  </property>
</Properties>
</file>